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Lst>
  <p:sldIdLst>
    <p:sldId id="256" r:id="rId3"/>
    <p:sldId id="257" r:id="rId4"/>
    <p:sldId id="258" r:id="rId5"/>
    <p:sldId id="259" r:id="rId6"/>
    <p:sldId id="260" r:id="rId7"/>
    <p:sldId id="276" r:id="rId8"/>
    <p:sldId id="261" r:id="rId9"/>
    <p:sldId id="263" r:id="rId10"/>
    <p:sldId id="264" r:id="rId11"/>
    <p:sldId id="277" r:id="rId12"/>
    <p:sldId id="278" r:id="rId13"/>
    <p:sldId id="279" r:id="rId14"/>
    <p:sldId id="280" r:id="rId15"/>
    <p:sldId id="281" r:id="rId16"/>
    <p:sldId id="282" r:id="rId17"/>
    <p:sldId id="283" r:id="rId18"/>
    <p:sldId id="284" r:id="rId19"/>
    <p:sldId id="285" r:id="rId20"/>
    <p:sldId id="286" r:id="rId21"/>
    <p:sldId id="287" r:id="rId22"/>
    <p:sldId id="265" r:id="rId2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63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rgbClr val="000000"/>
        </a:solidFill>
        <a:effectLst/>
      </p:bgPr>
    </p:bg>
    <p:spTree>
      <p:nvGrpSpPr>
        <p:cNvPr id="1" name=""/>
        <p:cNvGrpSpPr/>
        <p:nvPr/>
      </p:nvGrpSpPr>
      <p:grpSpPr>
        <a:xfrm>
          <a:off x="0" y="0"/>
          <a:ext cx="0" cy="0"/>
          <a:chOff x="0" y="0"/>
          <a:chExt cx="0" cy="0"/>
        </a:xfrm>
      </p:grpSpPr>
      <p:pic>
        <p:nvPicPr>
          <p:cNvPr id="3" name="Google Shape;9;p2"/>
          <p:cNvPicPr/>
          <p:nvPr/>
        </p:nvPicPr>
        <p:blipFill>
          <a:blip r:embed="rId2">
            <a:alphaModFix amt="24000"/>
          </a:blip>
          <a:stretch/>
        </p:blipFill>
        <p:spPr>
          <a:xfrm rot="5400000">
            <a:off x="2005920" y="-2014200"/>
            <a:ext cx="5151600" cy="9162720"/>
          </a:xfrm>
          <a:prstGeom prst="rect">
            <a:avLst/>
          </a:prstGeom>
          <a:noFill/>
          <a:ln w="0">
            <a:noFill/>
          </a:ln>
        </p:spPr>
      </p:pic>
      <p:sp>
        <p:nvSpPr>
          <p:cNvPr id="4" name="PlaceHolder 1"/>
          <p:cNvSpPr>
            <a:spLocks noGrp="1"/>
          </p:cNvSpPr>
          <p:nvPr>
            <p:ph type="title"/>
          </p:nvPr>
        </p:nvSpPr>
        <p:spPr>
          <a:xfrm>
            <a:off x="713160" y="766080"/>
            <a:ext cx="4578840" cy="2383200"/>
          </a:xfrm>
          <a:prstGeom prst="rect">
            <a:avLst/>
          </a:prstGeom>
          <a:noFill/>
          <a:ln w="0">
            <a:noFill/>
          </a:ln>
        </p:spPr>
        <p:txBody>
          <a:bodyPr lIns="91440" tIns="91440" rIns="91440" bIns="91440" anchor="ctr">
            <a:noAutofit/>
          </a:bodyPr>
          <a:lstStyle/>
          <a:p>
            <a:pPr indent="0">
              <a:buNone/>
            </a:pPr>
            <a:r>
              <a:rPr lang="fr-FR" sz="5200" b="0" u="none" strike="noStrike">
                <a:solidFill>
                  <a:schemeClr val="dk1"/>
                </a:solidFill>
                <a:effectLst/>
                <a:uFillTx/>
                <a:latin typeface="Arial"/>
              </a:rPr>
              <a:t>Click to edit the title text format</a:t>
            </a: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rgbClr val="000000"/>
        </a:solidFill>
        <a:effectLst/>
      </p:bgPr>
    </p:bg>
    <p:spTree>
      <p:nvGrpSpPr>
        <p:cNvPr id="1" name=""/>
        <p:cNvGrpSpPr/>
        <p:nvPr/>
      </p:nvGrpSpPr>
      <p:grpSpPr>
        <a:xfrm>
          <a:off x="0" y="0"/>
          <a:ext cx="0" cy="0"/>
          <a:chOff x="0" y="0"/>
          <a:chExt cx="0" cy="0"/>
        </a:xfrm>
      </p:grpSpPr>
      <p:pic>
        <p:nvPicPr>
          <p:cNvPr id="3" name="Google Shape;46;p11"/>
          <p:cNvPicPr/>
          <p:nvPr/>
        </p:nvPicPr>
        <p:blipFill>
          <a:blip r:embed="rId2">
            <a:alphaModFix amt="24000"/>
          </a:blip>
          <a:stretch/>
        </p:blipFill>
        <p:spPr>
          <a:xfrm rot="5400000">
            <a:off x="2005920" y="-2014200"/>
            <a:ext cx="5151600" cy="9162720"/>
          </a:xfrm>
          <a:prstGeom prst="rect">
            <a:avLst/>
          </a:prstGeom>
          <a:noFill/>
          <a:ln w="0">
            <a:noFill/>
          </a:ln>
        </p:spPr>
      </p:pic>
      <p:sp>
        <p:nvSpPr>
          <p:cNvPr id="4" name="PlaceHolder 1"/>
          <p:cNvSpPr>
            <a:spLocks noGrp="1"/>
          </p:cNvSpPr>
          <p:nvPr>
            <p:ph type="title"/>
          </p:nvPr>
        </p:nvSpPr>
        <p:spPr>
          <a:xfrm>
            <a:off x="1673640" y="1540440"/>
            <a:ext cx="5796360" cy="1582200"/>
          </a:xfrm>
          <a:prstGeom prst="rect">
            <a:avLst/>
          </a:prstGeom>
          <a:noFill/>
          <a:ln w="0">
            <a:noFill/>
          </a:ln>
        </p:spPr>
        <p:txBody>
          <a:bodyPr lIns="91440" tIns="91440" rIns="91440" bIns="91440" anchor="b">
            <a:noAutofit/>
          </a:bodyPr>
          <a:lstStyle/>
          <a:p>
            <a:pPr indent="0" algn="ctr">
              <a:lnSpc>
                <a:spcPct val="100000"/>
              </a:lnSpc>
              <a:buNone/>
            </a:pPr>
            <a:r>
              <a:rPr lang="fr-FR" sz="9600" b="1" u="none" strike="noStrike">
                <a:solidFill>
                  <a:schemeClr val="accent2"/>
                </a:solidFill>
                <a:effectLst/>
                <a:uFillTx/>
                <a:latin typeface="Poppins"/>
                <a:ea typeface="Poppins"/>
              </a:rPr>
              <a:t>xx%</a:t>
            </a:r>
            <a:endParaRPr lang="fr-FR" sz="9600" b="0" u="none" strike="noStrike">
              <a:solidFill>
                <a:schemeClr val="dk1"/>
              </a:solidFill>
              <a:effectLst/>
              <a:uFillTx/>
              <a:latin typeface="Arial"/>
            </a:endParaRPr>
          </a:p>
        </p:txBody>
      </p:sp>
      <p:sp>
        <p:nvSpPr>
          <p:cNvPr id="5" name="PlaceHolder 2"/>
          <p:cNvSpPr>
            <a:spLocks noGrp="1"/>
          </p:cNvSpPr>
          <p:nvPr>
            <p:ph type="body"/>
          </p:nvPr>
        </p:nvSpPr>
        <p:spPr>
          <a:xfrm>
            <a:off x="1673640" y="3115080"/>
            <a:ext cx="5796360" cy="48780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6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19">
    <p:bg>
      <p:bgPr>
        <a:solidFill>
          <a:srgbClr val="000000"/>
        </a:solidFill>
        <a:effectLst/>
      </p:bgPr>
    </p:bg>
    <p:spTree>
      <p:nvGrpSpPr>
        <p:cNvPr id="1" name=""/>
        <p:cNvGrpSpPr/>
        <p:nvPr/>
      </p:nvGrpSpPr>
      <p:grpSpPr>
        <a:xfrm>
          <a:off x="0" y="0"/>
          <a:ext cx="0" cy="0"/>
          <a:chOff x="0" y="0"/>
          <a:chExt cx="0" cy="0"/>
        </a:xfrm>
      </p:grpSpPr>
      <p:pic>
        <p:nvPicPr>
          <p:cNvPr id="6" name="Google Shape;51;p13"/>
          <p:cNvPicPr/>
          <p:nvPr/>
        </p:nvPicPr>
        <p:blipFill>
          <a:blip r:embed="rId2">
            <a:alphaModFix amt="24000"/>
          </a:blip>
          <a:stretch/>
        </p:blipFill>
        <p:spPr>
          <a:xfrm rot="5400000">
            <a:off x="2005920" y="-2014200"/>
            <a:ext cx="5151600" cy="9162720"/>
          </a:xfrm>
          <a:prstGeom prst="rect">
            <a:avLst/>
          </a:prstGeom>
          <a:noFill/>
          <a:ln w="0">
            <a:noFill/>
          </a:ln>
        </p:spPr>
      </p:pic>
      <p:sp>
        <p:nvSpPr>
          <p:cNvPr id="7" name="PlaceHolder 1"/>
          <p:cNvSpPr>
            <a:spLocks noGrp="1"/>
          </p:cNvSpPr>
          <p:nvPr>
            <p:ph type="title"/>
          </p:nvPr>
        </p:nvSpPr>
        <p:spPr>
          <a:xfrm>
            <a:off x="713160" y="542520"/>
            <a:ext cx="7717320" cy="6152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8" name="PlaceHolder 2"/>
          <p:cNvSpPr>
            <a:spLocks noGrp="1"/>
          </p:cNvSpPr>
          <p:nvPr>
            <p:ph type="title"/>
          </p:nvPr>
        </p:nvSpPr>
        <p:spPr>
          <a:xfrm>
            <a:off x="705960" y="1341360"/>
            <a:ext cx="702720" cy="399240"/>
          </a:xfrm>
          <a:prstGeom prst="rect">
            <a:avLst/>
          </a:prstGeom>
          <a:noFill/>
          <a:ln w="0">
            <a:noFill/>
          </a:ln>
        </p:spPr>
        <p:txBody>
          <a:bodyPr lIns="91440" tIns="91440" rIns="91440" bIns="91440" anchor="ctr">
            <a:noAutofit/>
          </a:bodyPr>
          <a:lstStyle/>
          <a:p>
            <a:pPr indent="0">
              <a:lnSpc>
                <a:spcPct val="100000"/>
              </a:lnSpc>
              <a:buNone/>
            </a:pPr>
            <a:r>
              <a:rPr lang="fr-FR" sz="3000" b="1" u="none" strike="noStrike">
                <a:solidFill>
                  <a:schemeClr val="accent2"/>
                </a:solidFill>
                <a:effectLst/>
                <a:uFillTx/>
                <a:latin typeface="Poppins"/>
                <a:ea typeface="Poppins"/>
              </a:rPr>
              <a:t>xx%</a:t>
            </a:r>
            <a:endParaRPr lang="fr-FR" sz="3000" b="0" u="none" strike="noStrike">
              <a:solidFill>
                <a:schemeClr val="dk1"/>
              </a:solidFill>
              <a:effectLst/>
              <a:uFillTx/>
              <a:latin typeface="Arial"/>
            </a:endParaRPr>
          </a:p>
        </p:txBody>
      </p:sp>
      <p:sp>
        <p:nvSpPr>
          <p:cNvPr id="9" name="PlaceHolder 3"/>
          <p:cNvSpPr>
            <a:spLocks noGrp="1"/>
          </p:cNvSpPr>
          <p:nvPr>
            <p:ph type="title"/>
          </p:nvPr>
        </p:nvSpPr>
        <p:spPr>
          <a:xfrm>
            <a:off x="705960" y="2235960"/>
            <a:ext cx="702720" cy="399240"/>
          </a:xfrm>
          <a:prstGeom prst="rect">
            <a:avLst/>
          </a:prstGeom>
          <a:noFill/>
          <a:ln w="0">
            <a:noFill/>
          </a:ln>
        </p:spPr>
        <p:txBody>
          <a:bodyPr lIns="91440" tIns="91440" rIns="91440" bIns="91440" anchor="ctr">
            <a:noAutofit/>
          </a:bodyPr>
          <a:lstStyle/>
          <a:p>
            <a:pPr indent="0">
              <a:lnSpc>
                <a:spcPct val="100000"/>
              </a:lnSpc>
              <a:buNone/>
            </a:pPr>
            <a:r>
              <a:rPr lang="fr-FR" sz="3000" b="1" u="none" strike="noStrike">
                <a:solidFill>
                  <a:schemeClr val="accent2"/>
                </a:solidFill>
                <a:effectLst/>
                <a:uFillTx/>
                <a:latin typeface="Poppins"/>
                <a:ea typeface="Poppins"/>
              </a:rPr>
              <a:t>xx%</a:t>
            </a:r>
            <a:endParaRPr lang="fr-FR" sz="3000" b="0" u="none" strike="noStrike">
              <a:solidFill>
                <a:schemeClr val="dk1"/>
              </a:solidFill>
              <a:effectLst/>
              <a:uFillTx/>
              <a:latin typeface="Arial"/>
            </a:endParaRPr>
          </a:p>
        </p:txBody>
      </p:sp>
      <p:sp>
        <p:nvSpPr>
          <p:cNvPr id="10" name="PlaceHolder 4"/>
          <p:cNvSpPr>
            <a:spLocks noGrp="1"/>
          </p:cNvSpPr>
          <p:nvPr>
            <p:ph type="title"/>
          </p:nvPr>
        </p:nvSpPr>
        <p:spPr>
          <a:xfrm>
            <a:off x="705960" y="3123360"/>
            <a:ext cx="702720" cy="399240"/>
          </a:xfrm>
          <a:prstGeom prst="rect">
            <a:avLst/>
          </a:prstGeom>
          <a:noFill/>
          <a:ln w="0">
            <a:noFill/>
          </a:ln>
        </p:spPr>
        <p:txBody>
          <a:bodyPr lIns="91440" tIns="91440" rIns="91440" bIns="91440" anchor="ctr">
            <a:noAutofit/>
          </a:bodyPr>
          <a:lstStyle/>
          <a:p>
            <a:pPr indent="0">
              <a:lnSpc>
                <a:spcPct val="100000"/>
              </a:lnSpc>
              <a:buNone/>
            </a:pPr>
            <a:r>
              <a:rPr lang="fr-FR" sz="3000" b="1" u="none" strike="noStrike">
                <a:solidFill>
                  <a:schemeClr val="accent2"/>
                </a:solidFill>
                <a:effectLst/>
                <a:uFillTx/>
                <a:latin typeface="Poppins"/>
                <a:ea typeface="Poppins"/>
              </a:rPr>
              <a:t>xx%</a:t>
            </a:r>
            <a:endParaRPr lang="fr-FR" sz="3000" b="0" u="none" strike="noStrike">
              <a:solidFill>
                <a:schemeClr val="dk1"/>
              </a:solidFill>
              <a:effectLst/>
              <a:uFillTx/>
              <a:latin typeface="Arial"/>
            </a:endParaRPr>
          </a:p>
        </p:txBody>
      </p:sp>
      <p:sp>
        <p:nvSpPr>
          <p:cNvPr id="11" name="PlaceHolder 5"/>
          <p:cNvSpPr>
            <a:spLocks noGrp="1"/>
          </p:cNvSpPr>
          <p:nvPr>
            <p:ph type="title"/>
          </p:nvPr>
        </p:nvSpPr>
        <p:spPr>
          <a:xfrm>
            <a:off x="705960" y="4010760"/>
            <a:ext cx="702720" cy="399240"/>
          </a:xfrm>
          <a:prstGeom prst="rect">
            <a:avLst/>
          </a:prstGeom>
          <a:noFill/>
          <a:ln w="0">
            <a:noFill/>
          </a:ln>
        </p:spPr>
        <p:txBody>
          <a:bodyPr lIns="91440" tIns="91440" rIns="91440" bIns="91440" anchor="ctr">
            <a:noAutofit/>
          </a:bodyPr>
          <a:lstStyle/>
          <a:p>
            <a:pPr indent="0">
              <a:lnSpc>
                <a:spcPct val="100000"/>
              </a:lnSpc>
              <a:buNone/>
            </a:pPr>
            <a:r>
              <a:rPr lang="fr-FR" sz="3000" b="1" u="none" strike="noStrike">
                <a:solidFill>
                  <a:schemeClr val="accent2"/>
                </a:solidFill>
                <a:effectLst/>
                <a:uFillTx/>
                <a:latin typeface="Poppins"/>
                <a:ea typeface="Poppins"/>
              </a:rPr>
              <a:t>xx%</a:t>
            </a:r>
            <a:endParaRPr lang="fr-FR" sz="30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6">
    <p:bg>
      <p:bgPr>
        <a:solidFill>
          <a:srgbClr val="000000"/>
        </a:solidFill>
        <a:effectLst/>
      </p:bgPr>
    </p:bg>
    <p:spTree>
      <p:nvGrpSpPr>
        <p:cNvPr id="1" name=""/>
        <p:cNvGrpSpPr/>
        <p:nvPr/>
      </p:nvGrpSpPr>
      <p:grpSpPr>
        <a:xfrm>
          <a:off x="0" y="0"/>
          <a:ext cx="0" cy="0"/>
          <a:chOff x="0" y="0"/>
          <a:chExt cx="0" cy="0"/>
        </a:xfrm>
      </p:grpSpPr>
      <p:pic>
        <p:nvPicPr>
          <p:cNvPr id="12" name="Google Shape;66;p14"/>
          <p:cNvPicPr/>
          <p:nvPr/>
        </p:nvPicPr>
        <p:blipFill>
          <a:blip r:embed="rId2">
            <a:alphaModFix amt="24000"/>
          </a:blip>
          <a:stretch/>
        </p:blipFill>
        <p:spPr>
          <a:xfrm rot="5400000">
            <a:off x="2005920" y="-2014200"/>
            <a:ext cx="5151600" cy="9162720"/>
          </a:xfrm>
          <a:prstGeom prst="rect">
            <a:avLst/>
          </a:prstGeom>
          <a:noFill/>
          <a:ln w="0">
            <a:noFill/>
          </a:ln>
        </p:spPr>
      </p:pic>
      <p:sp>
        <p:nvSpPr>
          <p:cNvPr id="13" name="PlaceHolder 1"/>
          <p:cNvSpPr>
            <a:spLocks noGrp="1"/>
          </p:cNvSpPr>
          <p:nvPr>
            <p:ph type="body"/>
          </p:nvPr>
        </p:nvSpPr>
        <p:spPr>
          <a:xfrm>
            <a:off x="713160" y="2084760"/>
            <a:ext cx="6543360" cy="220788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4" name="PlaceHolder 2"/>
          <p:cNvSpPr>
            <a:spLocks noGrp="1"/>
          </p:cNvSpPr>
          <p:nvPr>
            <p:ph type="title"/>
          </p:nvPr>
        </p:nvSpPr>
        <p:spPr>
          <a:xfrm>
            <a:off x="713160" y="542520"/>
            <a:ext cx="4687920" cy="135576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23">
    <p:bg>
      <p:bgPr>
        <a:solidFill>
          <a:srgbClr val="000000"/>
        </a:solidFill>
        <a:effectLst/>
      </p:bgPr>
    </p:bg>
    <p:spTree>
      <p:nvGrpSpPr>
        <p:cNvPr id="1" name=""/>
        <p:cNvGrpSpPr/>
        <p:nvPr/>
      </p:nvGrpSpPr>
      <p:grpSpPr>
        <a:xfrm>
          <a:off x="0" y="0"/>
          <a:ext cx="0" cy="0"/>
          <a:chOff x="0" y="0"/>
          <a:chExt cx="0" cy="0"/>
        </a:xfrm>
      </p:grpSpPr>
      <p:pic>
        <p:nvPicPr>
          <p:cNvPr id="15" name="Google Shape;70;p15"/>
          <p:cNvPicPr/>
          <p:nvPr/>
        </p:nvPicPr>
        <p:blipFill>
          <a:blip r:embed="rId2">
            <a:alphaModFix amt="24000"/>
          </a:blip>
          <a:stretch/>
        </p:blipFill>
        <p:spPr>
          <a:xfrm rot="5400000">
            <a:off x="2005920" y="-2014200"/>
            <a:ext cx="5151600" cy="9162720"/>
          </a:xfrm>
          <a:prstGeom prst="rect">
            <a:avLst/>
          </a:prstGeom>
          <a:noFill/>
          <a:ln w="0">
            <a:noFill/>
          </a:ln>
        </p:spPr>
      </p:pic>
      <p:sp>
        <p:nvSpPr>
          <p:cNvPr id="16" name="PlaceHolder 1"/>
          <p:cNvSpPr>
            <a:spLocks noGrp="1"/>
          </p:cNvSpPr>
          <p:nvPr>
            <p:ph type="body"/>
          </p:nvPr>
        </p:nvSpPr>
        <p:spPr>
          <a:xfrm>
            <a:off x="713160" y="1797480"/>
            <a:ext cx="4137840" cy="26341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7" name="PlaceHolder 2"/>
          <p:cNvSpPr>
            <a:spLocks noGrp="1"/>
          </p:cNvSpPr>
          <p:nvPr>
            <p:ph type="title"/>
          </p:nvPr>
        </p:nvSpPr>
        <p:spPr>
          <a:xfrm>
            <a:off x="713160" y="451440"/>
            <a:ext cx="4394160" cy="129204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18" name="PlaceHolder 3"/>
          <p:cNvSpPr>
            <a:spLocks noGrp="1"/>
          </p:cNvSpPr>
          <p:nvPr>
            <p:ph type="body"/>
          </p:nvPr>
        </p:nvSpPr>
        <p:spPr>
          <a:xfrm>
            <a:off x="6094080" y="1063440"/>
            <a:ext cx="2323440" cy="365292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18">
    <p:bg>
      <p:bgPr>
        <a:solidFill>
          <a:srgbClr val="000000"/>
        </a:solidFill>
        <a:effectLst/>
      </p:bgPr>
    </p:bg>
    <p:spTree>
      <p:nvGrpSpPr>
        <p:cNvPr id="1" name=""/>
        <p:cNvGrpSpPr/>
        <p:nvPr/>
      </p:nvGrpSpPr>
      <p:grpSpPr>
        <a:xfrm>
          <a:off x="0" y="0"/>
          <a:ext cx="0" cy="0"/>
          <a:chOff x="0" y="0"/>
          <a:chExt cx="0" cy="0"/>
        </a:xfrm>
      </p:grpSpPr>
      <p:pic>
        <p:nvPicPr>
          <p:cNvPr id="19" name="Google Shape;75;p16"/>
          <p:cNvPicPr/>
          <p:nvPr/>
        </p:nvPicPr>
        <p:blipFill>
          <a:blip r:embed="rId2">
            <a:alphaModFix amt="24000"/>
          </a:blip>
          <a:stretch/>
        </p:blipFill>
        <p:spPr>
          <a:xfrm rot="5400000">
            <a:off x="2005920" y="-2014200"/>
            <a:ext cx="5151600" cy="9162720"/>
          </a:xfrm>
          <a:prstGeom prst="rect">
            <a:avLst/>
          </a:prstGeom>
          <a:noFill/>
          <a:ln w="0">
            <a:noFill/>
          </a:ln>
        </p:spPr>
      </p:pic>
      <p:sp>
        <p:nvSpPr>
          <p:cNvPr id="20" name="PlaceHolder 1"/>
          <p:cNvSpPr>
            <a:spLocks noGrp="1"/>
          </p:cNvSpPr>
          <p:nvPr>
            <p:ph type="title"/>
          </p:nvPr>
        </p:nvSpPr>
        <p:spPr>
          <a:xfrm>
            <a:off x="4359240" y="3452760"/>
            <a:ext cx="4071240" cy="4363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6">
    <p:bg>
      <p:bgPr>
        <a:solidFill>
          <a:srgbClr val="000000"/>
        </a:solidFill>
        <a:effectLst/>
      </p:bgPr>
    </p:bg>
    <p:spTree>
      <p:nvGrpSpPr>
        <p:cNvPr id="1" name=""/>
        <p:cNvGrpSpPr/>
        <p:nvPr/>
      </p:nvGrpSpPr>
      <p:grpSpPr>
        <a:xfrm>
          <a:off x="0" y="0"/>
          <a:ext cx="0" cy="0"/>
          <a:chOff x="0" y="0"/>
          <a:chExt cx="0" cy="0"/>
        </a:xfrm>
      </p:grpSpPr>
      <p:pic>
        <p:nvPicPr>
          <p:cNvPr id="21" name="Google Shape;79;p17"/>
          <p:cNvPicPr/>
          <p:nvPr/>
        </p:nvPicPr>
        <p:blipFill>
          <a:blip r:embed="rId2">
            <a:alphaModFix amt="24000"/>
          </a:blip>
          <a:stretch/>
        </p:blipFill>
        <p:spPr>
          <a:xfrm rot="5400000">
            <a:off x="2005920" y="-2014200"/>
            <a:ext cx="5151600" cy="9162720"/>
          </a:xfrm>
          <a:prstGeom prst="rect">
            <a:avLst/>
          </a:prstGeom>
          <a:noFill/>
          <a:ln w="0">
            <a:noFill/>
          </a:ln>
        </p:spPr>
      </p:pic>
      <p:sp>
        <p:nvSpPr>
          <p:cNvPr id="22" name="PlaceHolder 1"/>
          <p:cNvSpPr>
            <a:spLocks noGrp="1"/>
          </p:cNvSpPr>
          <p:nvPr>
            <p:ph type="title"/>
          </p:nvPr>
        </p:nvSpPr>
        <p:spPr>
          <a:xfrm>
            <a:off x="713160" y="542520"/>
            <a:ext cx="7717320" cy="6152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rgbClr val="000000"/>
        </a:solidFill>
        <a:effectLst/>
      </p:bgPr>
    </p:bg>
    <p:spTree>
      <p:nvGrpSpPr>
        <p:cNvPr id="1" name=""/>
        <p:cNvGrpSpPr/>
        <p:nvPr/>
      </p:nvGrpSpPr>
      <p:grpSpPr>
        <a:xfrm>
          <a:off x="0" y="0"/>
          <a:ext cx="0" cy="0"/>
          <a:chOff x="0" y="0"/>
          <a:chExt cx="0" cy="0"/>
        </a:xfrm>
      </p:grpSpPr>
      <p:pic>
        <p:nvPicPr>
          <p:cNvPr id="23" name="Google Shape;88;p18"/>
          <p:cNvPicPr/>
          <p:nvPr/>
        </p:nvPicPr>
        <p:blipFill>
          <a:blip r:embed="rId2">
            <a:alphaModFix amt="24000"/>
          </a:blip>
          <a:stretch/>
        </p:blipFill>
        <p:spPr>
          <a:xfrm rot="5400000">
            <a:off x="2005920" y="-2014200"/>
            <a:ext cx="5151600" cy="9162720"/>
          </a:xfrm>
          <a:prstGeom prst="rect">
            <a:avLst/>
          </a:prstGeom>
          <a:noFill/>
          <a:ln w="0">
            <a:noFill/>
          </a:ln>
        </p:spPr>
      </p:pic>
      <p:sp>
        <p:nvSpPr>
          <p:cNvPr id="24" name="PlaceHolder 1"/>
          <p:cNvSpPr>
            <a:spLocks noGrp="1"/>
          </p:cNvSpPr>
          <p:nvPr>
            <p:ph type="title"/>
          </p:nvPr>
        </p:nvSpPr>
        <p:spPr>
          <a:xfrm>
            <a:off x="3422160" y="1693440"/>
            <a:ext cx="1645920" cy="475200"/>
          </a:xfrm>
          <a:prstGeom prst="rect">
            <a:avLst/>
          </a:prstGeom>
          <a:noFill/>
          <a:ln w="0">
            <a:noFill/>
          </a:ln>
        </p:spPr>
        <p:txBody>
          <a:bodyPr lIns="91440" tIns="91440" rIns="91440" bIns="91440" anchor="t">
            <a:noAutofit/>
          </a:bodyPr>
          <a:lstStyle/>
          <a:p>
            <a:pPr indent="0" algn="ctr">
              <a:lnSpc>
                <a:spcPct val="100000"/>
              </a:lnSpc>
              <a:buNone/>
            </a:pPr>
            <a:r>
              <a:rPr lang="fr-FR" sz="2200" b="1" u="none" strike="noStrike">
                <a:solidFill>
                  <a:schemeClr val="accent2"/>
                </a:solidFill>
                <a:effectLst/>
                <a:uFillTx/>
                <a:latin typeface="Poppins"/>
                <a:ea typeface="Poppins"/>
              </a:rPr>
              <a:t>xx%</a:t>
            </a:r>
            <a:endParaRPr lang="fr-FR" sz="2200" b="0" u="none" strike="noStrike">
              <a:solidFill>
                <a:schemeClr val="dk1"/>
              </a:solidFill>
              <a:effectLst/>
              <a:uFillTx/>
              <a:latin typeface="Arial"/>
            </a:endParaRPr>
          </a:p>
        </p:txBody>
      </p:sp>
      <p:sp>
        <p:nvSpPr>
          <p:cNvPr id="25" name="PlaceHolder 2"/>
          <p:cNvSpPr>
            <a:spLocks noGrp="1"/>
          </p:cNvSpPr>
          <p:nvPr>
            <p:ph type="title"/>
          </p:nvPr>
        </p:nvSpPr>
        <p:spPr>
          <a:xfrm>
            <a:off x="3415680" y="3688200"/>
            <a:ext cx="1645920" cy="475200"/>
          </a:xfrm>
          <a:prstGeom prst="rect">
            <a:avLst/>
          </a:prstGeom>
          <a:noFill/>
          <a:ln w="0">
            <a:noFill/>
          </a:ln>
        </p:spPr>
        <p:txBody>
          <a:bodyPr lIns="91440" tIns="91440" rIns="91440" bIns="91440" anchor="t">
            <a:noAutofit/>
          </a:bodyPr>
          <a:lstStyle/>
          <a:p>
            <a:pPr indent="0" algn="ctr">
              <a:lnSpc>
                <a:spcPct val="100000"/>
              </a:lnSpc>
              <a:buNone/>
            </a:pPr>
            <a:r>
              <a:rPr lang="fr-FR" sz="2200" b="1" u="none" strike="noStrike">
                <a:solidFill>
                  <a:schemeClr val="accent2"/>
                </a:solidFill>
                <a:effectLst/>
                <a:uFillTx/>
                <a:latin typeface="Poppins"/>
                <a:ea typeface="Poppins"/>
              </a:rPr>
              <a:t>xx%</a:t>
            </a:r>
            <a:endParaRPr lang="fr-FR" sz="2200" b="0" u="none" strike="noStrike">
              <a:solidFill>
                <a:schemeClr val="dk1"/>
              </a:solidFill>
              <a:effectLst/>
              <a:uFillTx/>
              <a:latin typeface="Arial"/>
            </a:endParaRPr>
          </a:p>
        </p:txBody>
      </p:sp>
      <p:sp>
        <p:nvSpPr>
          <p:cNvPr id="26" name="PlaceHolder 3"/>
          <p:cNvSpPr>
            <a:spLocks noGrp="1"/>
          </p:cNvSpPr>
          <p:nvPr>
            <p:ph type="title"/>
          </p:nvPr>
        </p:nvSpPr>
        <p:spPr>
          <a:xfrm>
            <a:off x="3409200" y="2691000"/>
            <a:ext cx="1658880" cy="475200"/>
          </a:xfrm>
          <a:prstGeom prst="rect">
            <a:avLst/>
          </a:prstGeom>
          <a:noFill/>
          <a:ln w="0">
            <a:noFill/>
          </a:ln>
        </p:spPr>
        <p:txBody>
          <a:bodyPr lIns="91440" tIns="91440" rIns="91440" bIns="91440" anchor="t">
            <a:noAutofit/>
          </a:bodyPr>
          <a:lstStyle/>
          <a:p>
            <a:pPr indent="0" algn="ctr">
              <a:lnSpc>
                <a:spcPct val="100000"/>
              </a:lnSpc>
              <a:buNone/>
            </a:pPr>
            <a:r>
              <a:rPr lang="fr-FR" sz="2200" b="1" u="none" strike="noStrike">
                <a:solidFill>
                  <a:schemeClr val="accent2"/>
                </a:solidFill>
                <a:effectLst/>
                <a:uFillTx/>
                <a:latin typeface="Poppins"/>
                <a:ea typeface="Poppins"/>
              </a:rPr>
              <a:t>xx%</a:t>
            </a:r>
            <a:endParaRPr lang="fr-FR" sz="2200" b="0" u="none" strike="noStrike">
              <a:solidFill>
                <a:schemeClr val="dk1"/>
              </a:solidFill>
              <a:effectLst/>
              <a:uFillTx/>
              <a:latin typeface="Arial"/>
            </a:endParaRPr>
          </a:p>
        </p:txBody>
      </p:sp>
      <p:sp>
        <p:nvSpPr>
          <p:cNvPr id="27" name="PlaceHolder 4"/>
          <p:cNvSpPr>
            <a:spLocks noGrp="1"/>
          </p:cNvSpPr>
          <p:nvPr>
            <p:ph type="title"/>
          </p:nvPr>
        </p:nvSpPr>
        <p:spPr>
          <a:xfrm>
            <a:off x="713160" y="542520"/>
            <a:ext cx="7717320" cy="6152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20">
    <p:bg>
      <p:bgPr>
        <a:solidFill>
          <a:srgbClr val="000000"/>
        </a:solidFill>
        <a:effectLst/>
      </p:bgPr>
    </p:bg>
    <p:spTree>
      <p:nvGrpSpPr>
        <p:cNvPr id="1" name=""/>
        <p:cNvGrpSpPr/>
        <p:nvPr/>
      </p:nvGrpSpPr>
      <p:grpSpPr>
        <a:xfrm>
          <a:off x="0" y="0"/>
          <a:ext cx="0" cy="0"/>
          <a:chOff x="0" y="0"/>
          <a:chExt cx="0" cy="0"/>
        </a:xfrm>
      </p:grpSpPr>
      <p:pic>
        <p:nvPicPr>
          <p:cNvPr id="28" name="Google Shape;100;p19"/>
          <p:cNvPicPr/>
          <p:nvPr/>
        </p:nvPicPr>
        <p:blipFill>
          <a:blip r:embed="rId2">
            <a:alphaModFix amt="24000"/>
          </a:blip>
          <a:stretch/>
        </p:blipFill>
        <p:spPr>
          <a:xfrm rot="5400000">
            <a:off x="2005920" y="-2014200"/>
            <a:ext cx="5151600" cy="9162720"/>
          </a:xfrm>
          <a:prstGeom prst="rect">
            <a:avLst/>
          </a:prstGeom>
          <a:noFill/>
          <a:ln w="0">
            <a:noFill/>
          </a:ln>
        </p:spPr>
      </p:pic>
      <p:sp>
        <p:nvSpPr>
          <p:cNvPr id="29" name="PlaceHolder 1"/>
          <p:cNvSpPr>
            <a:spLocks noGrp="1"/>
          </p:cNvSpPr>
          <p:nvPr>
            <p:ph type="title"/>
          </p:nvPr>
        </p:nvSpPr>
        <p:spPr>
          <a:xfrm>
            <a:off x="3188520" y="1634760"/>
            <a:ext cx="1040760" cy="477720"/>
          </a:xfrm>
          <a:prstGeom prst="rect">
            <a:avLst/>
          </a:prstGeom>
          <a:noFill/>
          <a:ln w="0">
            <a:noFill/>
          </a:ln>
        </p:spPr>
        <p:txBody>
          <a:bodyPr lIns="91440" tIns="91440" rIns="91440" bIns="91440" anchor="ctr">
            <a:noAutofit/>
          </a:bodyPr>
          <a:lstStyle/>
          <a:p>
            <a:pPr indent="0" algn="ctr">
              <a:lnSpc>
                <a:spcPct val="100000"/>
              </a:lnSpc>
              <a:buNone/>
            </a:pPr>
            <a:r>
              <a:rPr lang="fr-FR" sz="3000" b="1" u="none" strike="noStrike">
                <a:solidFill>
                  <a:schemeClr val="accent2"/>
                </a:solidFill>
                <a:effectLst/>
                <a:uFillTx/>
                <a:latin typeface="Poppins"/>
                <a:ea typeface="Poppins"/>
              </a:rPr>
              <a:t>xx%</a:t>
            </a:r>
            <a:endParaRPr lang="fr-FR" sz="3000" b="0" u="none" strike="noStrike">
              <a:solidFill>
                <a:schemeClr val="dk1"/>
              </a:solidFill>
              <a:effectLst/>
              <a:uFillTx/>
              <a:latin typeface="Arial"/>
            </a:endParaRPr>
          </a:p>
        </p:txBody>
      </p:sp>
      <p:sp>
        <p:nvSpPr>
          <p:cNvPr id="30" name="PlaceHolder 2"/>
          <p:cNvSpPr>
            <a:spLocks noGrp="1"/>
          </p:cNvSpPr>
          <p:nvPr>
            <p:ph type="body"/>
          </p:nvPr>
        </p:nvSpPr>
        <p:spPr>
          <a:xfrm>
            <a:off x="4571640" y="1839600"/>
            <a:ext cx="3385080" cy="58860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31" name="PlaceHolder 3"/>
          <p:cNvSpPr>
            <a:spLocks noGrp="1"/>
          </p:cNvSpPr>
          <p:nvPr>
            <p:ph type="title"/>
          </p:nvPr>
        </p:nvSpPr>
        <p:spPr>
          <a:xfrm>
            <a:off x="3188520" y="2734920"/>
            <a:ext cx="1040760" cy="477720"/>
          </a:xfrm>
          <a:prstGeom prst="rect">
            <a:avLst/>
          </a:prstGeom>
          <a:noFill/>
          <a:ln w="0">
            <a:noFill/>
          </a:ln>
        </p:spPr>
        <p:txBody>
          <a:bodyPr lIns="91440" tIns="91440" rIns="91440" bIns="91440" anchor="ctr">
            <a:noAutofit/>
          </a:bodyPr>
          <a:lstStyle/>
          <a:p>
            <a:pPr indent="0" algn="ctr">
              <a:lnSpc>
                <a:spcPct val="100000"/>
              </a:lnSpc>
              <a:buNone/>
            </a:pPr>
            <a:r>
              <a:rPr lang="fr-FR" sz="3000" b="1" u="none" strike="noStrike">
                <a:solidFill>
                  <a:schemeClr val="accent2"/>
                </a:solidFill>
                <a:effectLst/>
                <a:uFillTx/>
                <a:latin typeface="Poppins"/>
                <a:ea typeface="Poppins"/>
              </a:rPr>
              <a:t>xx%</a:t>
            </a:r>
            <a:endParaRPr lang="fr-FR" sz="3000" b="0" u="none" strike="noStrike">
              <a:solidFill>
                <a:schemeClr val="dk1"/>
              </a:solidFill>
              <a:effectLst/>
              <a:uFillTx/>
              <a:latin typeface="Arial"/>
            </a:endParaRPr>
          </a:p>
        </p:txBody>
      </p:sp>
      <p:sp>
        <p:nvSpPr>
          <p:cNvPr id="32" name="PlaceHolder 4"/>
          <p:cNvSpPr>
            <a:spLocks noGrp="1"/>
          </p:cNvSpPr>
          <p:nvPr>
            <p:ph type="body"/>
          </p:nvPr>
        </p:nvSpPr>
        <p:spPr>
          <a:xfrm>
            <a:off x="4571640" y="4007520"/>
            <a:ext cx="3385080" cy="58500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33" name="PlaceHolder 5"/>
          <p:cNvSpPr>
            <a:spLocks noGrp="1"/>
          </p:cNvSpPr>
          <p:nvPr>
            <p:ph type="title"/>
          </p:nvPr>
        </p:nvSpPr>
        <p:spPr>
          <a:xfrm>
            <a:off x="3188520" y="3834720"/>
            <a:ext cx="1040760" cy="477720"/>
          </a:xfrm>
          <a:prstGeom prst="rect">
            <a:avLst/>
          </a:prstGeom>
          <a:noFill/>
          <a:ln w="0">
            <a:noFill/>
          </a:ln>
        </p:spPr>
        <p:txBody>
          <a:bodyPr lIns="91440" tIns="91440" rIns="91440" bIns="91440" anchor="ctr">
            <a:noAutofit/>
          </a:bodyPr>
          <a:lstStyle/>
          <a:p>
            <a:pPr indent="0" algn="ctr">
              <a:lnSpc>
                <a:spcPct val="100000"/>
              </a:lnSpc>
              <a:buNone/>
            </a:pPr>
            <a:r>
              <a:rPr lang="fr-FR" sz="3000" b="1" u="none" strike="noStrike">
                <a:solidFill>
                  <a:schemeClr val="accent2"/>
                </a:solidFill>
                <a:effectLst/>
                <a:uFillTx/>
                <a:latin typeface="Poppins"/>
                <a:ea typeface="Poppins"/>
              </a:rPr>
              <a:t>xx%</a:t>
            </a:r>
            <a:endParaRPr lang="fr-FR" sz="3000" b="0" u="none" strike="noStrike">
              <a:solidFill>
                <a:schemeClr val="dk1"/>
              </a:solidFill>
              <a:effectLst/>
              <a:uFillTx/>
              <a:latin typeface="Arial"/>
            </a:endParaRPr>
          </a:p>
        </p:txBody>
      </p:sp>
      <p:sp>
        <p:nvSpPr>
          <p:cNvPr id="34" name="PlaceHolder 6"/>
          <p:cNvSpPr>
            <a:spLocks noGrp="1"/>
          </p:cNvSpPr>
          <p:nvPr>
            <p:ph type="body"/>
          </p:nvPr>
        </p:nvSpPr>
        <p:spPr>
          <a:xfrm>
            <a:off x="4571640" y="2925360"/>
            <a:ext cx="3385080" cy="58500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35" name="PlaceHolder 7"/>
          <p:cNvSpPr>
            <a:spLocks noGrp="1"/>
          </p:cNvSpPr>
          <p:nvPr>
            <p:ph type="title"/>
          </p:nvPr>
        </p:nvSpPr>
        <p:spPr>
          <a:xfrm>
            <a:off x="713160" y="542520"/>
            <a:ext cx="7717320" cy="6152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8">
    <p:bg>
      <p:bgPr>
        <a:solidFill>
          <a:srgbClr val="000000"/>
        </a:solidFill>
        <a:effectLst/>
      </p:bgPr>
    </p:bg>
    <p:spTree>
      <p:nvGrpSpPr>
        <p:cNvPr id="1" name=""/>
        <p:cNvGrpSpPr/>
        <p:nvPr/>
      </p:nvGrpSpPr>
      <p:grpSpPr>
        <a:xfrm>
          <a:off x="0" y="0"/>
          <a:ext cx="0" cy="0"/>
          <a:chOff x="0" y="0"/>
          <a:chExt cx="0" cy="0"/>
        </a:xfrm>
      </p:grpSpPr>
      <p:pic>
        <p:nvPicPr>
          <p:cNvPr id="36" name="Google Shape;112;p20"/>
          <p:cNvPicPr/>
          <p:nvPr/>
        </p:nvPicPr>
        <p:blipFill>
          <a:blip r:embed="rId2">
            <a:alphaModFix amt="24000"/>
          </a:blip>
          <a:stretch/>
        </p:blipFill>
        <p:spPr>
          <a:xfrm rot="5400000">
            <a:off x="2005920" y="-2014200"/>
            <a:ext cx="5151600" cy="9162720"/>
          </a:xfrm>
          <a:prstGeom prst="rect">
            <a:avLst/>
          </a:prstGeom>
          <a:noFill/>
          <a:ln w="0">
            <a:noFill/>
          </a:ln>
        </p:spPr>
      </p:pic>
      <p:sp>
        <p:nvSpPr>
          <p:cNvPr id="37" name="PlaceHolder 1"/>
          <p:cNvSpPr>
            <a:spLocks noGrp="1"/>
          </p:cNvSpPr>
          <p:nvPr>
            <p:ph type="title"/>
          </p:nvPr>
        </p:nvSpPr>
        <p:spPr>
          <a:xfrm>
            <a:off x="713160" y="542520"/>
            <a:ext cx="7717320" cy="6152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rgbClr val="000000"/>
        </a:solidFill>
        <a:effectLst/>
      </p:bgPr>
    </p:bg>
    <p:spTree>
      <p:nvGrpSpPr>
        <p:cNvPr id="1" name=""/>
        <p:cNvGrpSpPr/>
        <p:nvPr/>
      </p:nvGrpSpPr>
      <p:grpSpPr>
        <a:xfrm>
          <a:off x="0" y="0"/>
          <a:ext cx="0" cy="0"/>
          <a:chOff x="0" y="0"/>
          <a:chExt cx="0" cy="0"/>
        </a:xfrm>
      </p:grpSpPr>
      <p:pic>
        <p:nvPicPr>
          <p:cNvPr id="38" name="Google Shape;13;p3"/>
          <p:cNvPicPr/>
          <p:nvPr/>
        </p:nvPicPr>
        <p:blipFill>
          <a:blip r:embed="rId2">
            <a:alphaModFix amt="24000"/>
          </a:blip>
          <a:stretch/>
        </p:blipFill>
        <p:spPr>
          <a:xfrm rot="5400000">
            <a:off x="2005920" y="-2014200"/>
            <a:ext cx="5151600" cy="9162720"/>
          </a:xfrm>
          <a:prstGeom prst="rect">
            <a:avLst/>
          </a:prstGeom>
          <a:noFill/>
          <a:ln w="0">
            <a:noFill/>
          </a:ln>
        </p:spPr>
      </p:pic>
      <p:sp>
        <p:nvSpPr>
          <p:cNvPr id="39" name="PlaceHolder 1"/>
          <p:cNvSpPr>
            <a:spLocks noGrp="1"/>
          </p:cNvSpPr>
          <p:nvPr>
            <p:ph type="title"/>
          </p:nvPr>
        </p:nvSpPr>
        <p:spPr>
          <a:xfrm>
            <a:off x="2631600" y="924120"/>
            <a:ext cx="4219920" cy="2135160"/>
          </a:xfrm>
          <a:prstGeom prst="rect">
            <a:avLst/>
          </a:prstGeom>
          <a:noFill/>
          <a:ln w="0">
            <a:noFill/>
          </a:ln>
        </p:spPr>
        <p:txBody>
          <a:bodyPr lIns="91440" tIns="91440" rIns="91440" bIns="91440" anchor="b">
            <a:noAutofit/>
          </a:bodyPr>
          <a:lstStyle/>
          <a:p>
            <a:pPr indent="0">
              <a:buNone/>
            </a:pPr>
            <a:r>
              <a:rPr lang="fr-FR" sz="4800" b="0" u="none" strike="noStrike">
                <a:solidFill>
                  <a:schemeClr val="dk1"/>
                </a:solidFill>
                <a:effectLst/>
                <a:uFillTx/>
                <a:latin typeface="Arial"/>
              </a:rPr>
              <a:t>Click to edit the title text format</a:t>
            </a:r>
          </a:p>
        </p:txBody>
      </p:sp>
      <p:sp>
        <p:nvSpPr>
          <p:cNvPr id="40" name="PlaceHolder 2"/>
          <p:cNvSpPr>
            <a:spLocks noGrp="1"/>
          </p:cNvSpPr>
          <p:nvPr>
            <p:ph type="title"/>
          </p:nvPr>
        </p:nvSpPr>
        <p:spPr>
          <a:xfrm>
            <a:off x="715320" y="1492560"/>
            <a:ext cx="1681920" cy="1566720"/>
          </a:xfrm>
          <a:prstGeom prst="rect">
            <a:avLst/>
          </a:prstGeom>
          <a:noFill/>
          <a:ln w="0">
            <a:noFill/>
          </a:ln>
        </p:spPr>
        <p:txBody>
          <a:bodyPr lIns="91440" tIns="91440" rIns="91440" bIns="91440" anchor="b">
            <a:noAutofit/>
          </a:bodyPr>
          <a:lstStyle/>
          <a:p>
            <a:pPr indent="0" algn="r">
              <a:lnSpc>
                <a:spcPct val="100000"/>
              </a:lnSpc>
              <a:buNone/>
            </a:pPr>
            <a:r>
              <a:rPr lang="fr-FR" sz="9600" b="1" u="none" strike="noStrike">
                <a:solidFill>
                  <a:schemeClr val="accent2"/>
                </a:solidFill>
                <a:effectLst/>
                <a:uFillTx/>
                <a:latin typeface="Poppins"/>
                <a:ea typeface="Poppins"/>
              </a:rPr>
              <a:t>xx%</a:t>
            </a:r>
            <a:endParaRPr lang="fr-FR" sz="9600" b="0" u="none" strike="noStrike">
              <a:solidFill>
                <a:schemeClr val="dk1"/>
              </a:solidFill>
              <a:effectLst/>
              <a:uFillTx/>
              <a:latin typeface="Arial"/>
            </a:endParaRPr>
          </a:p>
        </p:txBody>
      </p:sp>
      <p:sp>
        <p:nvSpPr>
          <p:cNvPr id="41"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7">
    <p:bg>
      <p:bgPr>
        <a:solidFill>
          <a:srgbClr val="000000"/>
        </a:solidFill>
        <a:effectLst/>
      </p:bgPr>
    </p:bg>
    <p:spTree>
      <p:nvGrpSpPr>
        <p:cNvPr id="1" name=""/>
        <p:cNvGrpSpPr/>
        <p:nvPr/>
      </p:nvGrpSpPr>
      <p:grpSpPr>
        <a:xfrm>
          <a:off x="0" y="0"/>
          <a:ext cx="0" cy="0"/>
          <a:chOff x="0" y="0"/>
          <a:chExt cx="0" cy="0"/>
        </a:xfrm>
      </p:grpSpPr>
      <p:pic>
        <p:nvPicPr>
          <p:cNvPr id="42" name="Google Shape;123;p21"/>
          <p:cNvPicPr/>
          <p:nvPr/>
        </p:nvPicPr>
        <p:blipFill>
          <a:blip r:embed="rId2">
            <a:alphaModFix amt="24000"/>
          </a:blip>
          <a:stretch/>
        </p:blipFill>
        <p:spPr>
          <a:xfrm rot="5400000">
            <a:off x="2005920" y="-2014200"/>
            <a:ext cx="5151600" cy="9162720"/>
          </a:xfrm>
          <a:prstGeom prst="rect">
            <a:avLst/>
          </a:prstGeom>
          <a:noFill/>
          <a:ln w="0">
            <a:noFill/>
          </a:ln>
        </p:spPr>
      </p:pic>
      <p:sp>
        <p:nvSpPr>
          <p:cNvPr id="43" name="PlaceHolder 1"/>
          <p:cNvSpPr>
            <a:spLocks noGrp="1"/>
          </p:cNvSpPr>
          <p:nvPr>
            <p:ph type="title"/>
          </p:nvPr>
        </p:nvSpPr>
        <p:spPr>
          <a:xfrm>
            <a:off x="713160" y="542520"/>
            <a:ext cx="7717320" cy="6152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10">
    <p:bg>
      <p:bgPr>
        <a:solidFill>
          <a:srgbClr val="000000"/>
        </a:solidFill>
        <a:effectLst/>
      </p:bgPr>
    </p:bg>
    <p:spTree>
      <p:nvGrpSpPr>
        <p:cNvPr id="1" name=""/>
        <p:cNvGrpSpPr/>
        <p:nvPr/>
      </p:nvGrpSpPr>
      <p:grpSpPr>
        <a:xfrm>
          <a:off x="0" y="0"/>
          <a:ext cx="0" cy="0"/>
          <a:chOff x="0" y="0"/>
          <a:chExt cx="0" cy="0"/>
        </a:xfrm>
      </p:grpSpPr>
      <p:pic>
        <p:nvPicPr>
          <p:cNvPr id="44" name="Google Shape;138;p22"/>
          <p:cNvPicPr/>
          <p:nvPr/>
        </p:nvPicPr>
        <p:blipFill>
          <a:blip r:embed="rId2">
            <a:alphaModFix amt="24000"/>
          </a:blip>
          <a:stretch/>
        </p:blipFill>
        <p:spPr>
          <a:xfrm rot="5400000">
            <a:off x="2005920" y="-2014200"/>
            <a:ext cx="5151600" cy="9162720"/>
          </a:xfrm>
          <a:prstGeom prst="rect">
            <a:avLst/>
          </a:prstGeom>
          <a:noFill/>
          <a:ln w="0">
            <a:noFill/>
          </a:ln>
        </p:spPr>
      </p:pic>
      <p:sp>
        <p:nvSpPr>
          <p:cNvPr id="45" name="PlaceHolder 1"/>
          <p:cNvSpPr>
            <a:spLocks noGrp="1"/>
          </p:cNvSpPr>
          <p:nvPr>
            <p:ph type="title"/>
          </p:nvPr>
        </p:nvSpPr>
        <p:spPr>
          <a:xfrm>
            <a:off x="4152960" y="639720"/>
            <a:ext cx="4277520" cy="873360"/>
          </a:xfrm>
          <a:prstGeom prst="rect">
            <a:avLst/>
          </a:prstGeom>
          <a:noFill/>
          <a:ln w="0">
            <a:noFill/>
          </a:ln>
        </p:spPr>
        <p:txBody>
          <a:bodyPr lIns="91440" tIns="91440" rIns="91440" bIns="91440" anchor="ctr">
            <a:noAutofit/>
          </a:bodyPr>
          <a:lstStyle/>
          <a:p>
            <a:pPr indent="0">
              <a:buNone/>
            </a:pPr>
            <a:r>
              <a:rPr lang="fr-FR" sz="5200" b="0" u="none" strike="noStrike">
                <a:solidFill>
                  <a:schemeClr val="dk1"/>
                </a:solidFill>
                <a:effectLst/>
                <a:uFillTx/>
                <a:latin typeface="Arial"/>
              </a:rPr>
              <a:t>Click to edit the title text format</a:t>
            </a:r>
          </a:p>
        </p:txBody>
      </p:sp>
      <p:sp>
        <p:nvSpPr>
          <p:cNvPr id="46" name="Google Shape;141;p22"/>
          <p:cNvSpPr/>
          <p:nvPr/>
        </p:nvSpPr>
        <p:spPr>
          <a:xfrm>
            <a:off x="4152960" y="3641760"/>
            <a:ext cx="4277520" cy="7286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200" b="0" u="none" strike="noStrike">
                <a:solidFill>
                  <a:schemeClr val="accent2"/>
                </a:solidFill>
                <a:effectLst/>
                <a:uFillTx/>
                <a:latin typeface="Poppins"/>
                <a:ea typeface="Poppins"/>
              </a:rPr>
              <a:t>CREDITS: This presentation template was created by </a:t>
            </a:r>
            <a:r>
              <a:rPr lang="en" sz="1200" b="1" u="sng" strike="noStrike">
                <a:solidFill>
                  <a:schemeClr val="accent2"/>
                </a:solidFill>
                <a:effectLst/>
                <a:uFillTx/>
                <a:latin typeface="Poppins"/>
                <a:ea typeface="Poppins"/>
                <a:hlinkClick r:id="rId3"/>
              </a:rPr>
              <a:t>Slidesgo</a:t>
            </a:r>
            <a:r>
              <a:rPr lang="en" sz="1200" b="0" u="none" strike="noStrike">
                <a:solidFill>
                  <a:schemeClr val="accent2"/>
                </a:solidFill>
                <a:effectLst/>
                <a:uFillTx/>
                <a:latin typeface="Poppins"/>
                <a:ea typeface="Poppins"/>
              </a:rPr>
              <a:t>, and includes icons, infographics &amp; images by </a:t>
            </a:r>
            <a:r>
              <a:rPr lang="en" sz="1200" b="1" u="sng" strike="noStrike">
                <a:solidFill>
                  <a:schemeClr val="accent2"/>
                </a:solidFill>
                <a:effectLst/>
                <a:uFillTx/>
                <a:latin typeface="Poppins"/>
                <a:ea typeface="Poppins"/>
                <a:hlinkClick r:id="rId4"/>
              </a:rPr>
              <a:t>Freepik</a:t>
            </a:r>
            <a:endParaRPr lang="en-US" sz="1200" b="0" u="none" strike="noStrike">
              <a:solidFill>
                <a:srgbClr val="FFFFFF"/>
              </a:solidFill>
              <a:effectLst/>
              <a:uFillTx/>
              <a:latin typeface="OpenSymbo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21">
    <p:bg>
      <p:bgPr>
        <a:solidFill>
          <a:srgbClr val="000000"/>
        </a:solidFill>
        <a:effectLst/>
      </p:bgPr>
    </p:bg>
    <p:spTree>
      <p:nvGrpSpPr>
        <p:cNvPr id="1" name=""/>
        <p:cNvGrpSpPr/>
        <p:nvPr/>
      </p:nvGrpSpPr>
      <p:grpSpPr>
        <a:xfrm>
          <a:off x="0" y="0"/>
          <a:ext cx="0" cy="0"/>
          <a:chOff x="0" y="0"/>
          <a:chExt cx="0" cy="0"/>
        </a:xfrm>
      </p:grpSpPr>
      <p:pic>
        <p:nvPicPr>
          <p:cNvPr id="47" name="Google Shape;143;p23"/>
          <p:cNvPicPr/>
          <p:nvPr/>
        </p:nvPicPr>
        <p:blipFill>
          <a:blip r:embed="rId2">
            <a:alphaModFix amt="24000"/>
          </a:blip>
          <a:stretch/>
        </p:blipFill>
        <p:spPr>
          <a:xfrm rot="5400000">
            <a:off x="2005920" y="-2014200"/>
            <a:ext cx="5151600" cy="9162720"/>
          </a:xfrm>
          <a:prstGeom prst="rect">
            <a:avLst/>
          </a:prstGeom>
          <a:noFill/>
          <a:ln w="0">
            <a:noFill/>
          </a:ln>
        </p:spPr>
      </p:pic>
      <p:grpSp>
        <p:nvGrpSpPr>
          <p:cNvPr id="48" name="Google Shape;144;p23"/>
          <p:cNvGrpSpPr/>
          <p:nvPr/>
        </p:nvGrpSpPr>
        <p:grpSpPr>
          <a:xfrm>
            <a:off x="8350920" y="766080"/>
            <a:ext cx="159480" cy="3610800"/>
            <a:chOff x="8350920" y="766080"/>
            <a:chExt cx="159480" cy="3610800"/>
          </a:xfrm>
        </p:grpSpPr>
        <p:cxnSp>
          <p:nvCxnSpPr>
            <p:cNvPr id="49" name="Google Shape;145;p23"/>
            <p:cNvCxnSpPr/>
            <p:nvPr/>
          </p:nvCxnSpPr>
          <p:spPr>
            <a:xfrm>
              <a:off x="8435160" y="834840"/>
              <a:ext cx="360" cy="3385440"/>
            </a:xfrm>
            <a:prstGeom prst="straightConnector1">
              <a:avLst/>
            </a:prstGeom>
            <a:ln w="9525">
              <a:solidFill>
                <a:srgbClr val="FFFFFF"/>
              </a:solidFill>
              <a:round/>
            </a:ln>
          </p:spPr>
        </p:cxnSp>
        <p:sp>
          <p:nvSpPr>
            <p:cNvPr id="50" name="Google Shape;146;p23"/>
            <p:cNvSpPr/>
            <p:nvPr/>
          </p:nvSpPr>
          <p:spPr>
            <a:xfrm>
              <a:off x="8350920" y="76608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 name="Google Shape;147;p23"/>
            <p:cNvSpPr/>
            <p:nvPr/>
          </p:nvSpPr>
          <p:spPr>
            <a:xfrm>
              <a:off x="8350920" y="421740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Google Shape;148;p23"/>
            <p:cNvSpPr/>
            <p:nvPr/>
          </p:nvSpPr>
          <p:spPr>
            <a:xfrm>
              <a:off x="8350920" y="249192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3" name="Google Shape;149;p23"/>
          <p:cNvGrpSpPr/>
          <p:nvPr/>
        </p:nvGrpSpPr>
        <p:grpSpPr>
          <a:xfrm>
            <a:off x="633240" y="766080"/>
            <a:ext cx="159480" cy="3610800"/>
            <a:chOff x="633240" y="766080"/>
            <a:chExt cx="159480" cy="3610800"/>
          </a:xfrm>
        </p:grpSpPr>
        <p:cxnSp>
          <p:nvCxnSpPr>
            <p:cNvPr id="54" name="Google Shape;150;p23"/>
            <p:cNvCxnSpPr/>
            <p:nvPr/>
          </p:nvCxnSpPr>
          <p:spPr>
            <a:xfrm>
              <a:off x="717480" y="834840"/>
              <a:ext cx="360" cy="3385440"/>
            </a:xfrm>
            <a:prstGeom prst="straightConnector1">
              <a:avLst/>
            </a:prstGeom>
            <a:ln w="9525">
              <a:solidFill>
                <a:srgbClr val="FFFFFF"/>
              </a:solidFill>
              <a:round/>
            </a:ln>
          </p:spPr>
        </p:cxnSp>
        <p:sp>
          <p:nvSpPr>
            <p:cNvPr id="55" name="Google Shape;151;p23"/>
            <p:cNvSpPr/>
            <p:nvPr/>
          </p:nvSpPr>
          <p:spPr>
            <a:xfrm>
              <a:off x="633240" y="76608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 name="Google Shape;152;p23"/>
            <p:cNvSpPr/>
            <p:nvPr/>
          </p:nvSpPr>
          <p:spPr>
            <a:xfrm>
              <a:off x="633240" y="421740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Google Shape;153;p23"/>
            <p:cNvSpPr/>
            <p:nvPr/>
          </p:nvSpPr>
          <p:spPr>
            <a:xfrm>
              <a:off x="633240" y="249192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8" name="Google Shape;154;p23"/>
          <p:cNvGrpSpPr/>
          <p:nvPr/>
        </p:nvGrpSpPr>
        <p:grpSpPr>
          <a:xfrm>
            <a:off x="6966000" y="79920"/>
            <a:ext cx="1464120" cy="1242720"/>
            <a:chOff x="6966000" y="79920"/>
            <a:chExt cx="1464120" cy="1242720"/>
          </a:xfrm>
        </p:grpSpPr>
        <p:sp>
          <p:nvSpPr>
            <p:cNvPr id="59" name="Google Shape;155;p23"/>
            <p:cNvSpPr/>
            <p:nvPr/>
          </p:nvSpPr>
          <p:spPr>
            <a:xfrm rot="19994400">
              <a:off x="7068960" y="32220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 name="Google Shape;156;p23"/>
            <p:cNvSpPr/>
            <p:nvPr/>
          </p:nvSpPr>
          <p:spPr>
            <a:xfrm rot="19994400">
              <a:off x="7350120" y="49140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 name="Google Shape;157;p23"/>
            <p:cNvSpPr/>
            <p:nvPr/>
          </p:nvSpPr>
          <p:spPr>
            <a:xfrm rot="19994400">
              <a:off x="7488720" y="49140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2" name="Google Shape;158;p23"/>
          <p:cNvGrpSpPr/>
          <p:nvPr/>
        </p:nvGrpSpPr>
        <p:grpSpPr>
          <a:xfrm>
            <a:off x="6423480" y="195480"/>
            <a:ext cx="1142640" cy="1309680"/>
            <a:chOff x="6423480" y="195480"/>
            <a:chExt cx="1142640" cy="1309680"/>
          </a:xfrm>
        </p:grpSpPr>
        <p:grpSp>
          <p:nvGrpSpPr>
            <p:cNvPr id="63" name="Google Shape;159;p23"/>
            <p:cNvGrpSpPr/>
            <p:nvPr/>
          </p:nvGrpSpPr>
          <p:grpSpPr>
            <a:xfrm>
              <a:off x="6423480" y="195480"/>
              <a:ext cx="1142640" cy="1309680"/>
              <a:chOff x="6423480" y="195480"/>
              <a:chExt cx="1142640" cy="1309680"/>
            </a:xfrm>
          </p:grpSpPr>
          <p:sp>
            <p:nvSpPr>
              <p:cNvPr id="64" name="Google Shape;160;p23"/>
              <p:cNvSpPr/>
              <p:nvPr/>
            </p:nvSpPr>
            <p:spPr>
              <a:xfrm rot="988200">
                <a:off x="6563160" y="2948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 name="Google Shape;161;p23"/>
              <p:cNvSpPr/>
              <p:nvPr/>
            </p:nvSpPr>
            <p:spPr>
              <a:xfrm rot="988200">
                <a:off x="6762960" y="3412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 name="Google Shape;162;p23"/>
              <p:cNvSpPr/>
              <p:nvPr/>
            </p:nvSpPr>
            <p:spPr>
              <a:xfrm rot="988200">
                <a:off x="6701040" y="550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7" name="Google Shape;163;p23"/>
            <p:cNvSpPr/>
            <p:nvPr/>
          </p:nvSpPr>
          <p:spPr>
            <a:xfrm rot="988200">
              <a:off x="6606720" y="3506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22">
    <p:bg>
      <p:bgPr>
        <a:solidFill>
          <a:srgbClr val="000000"/>
        </a:solidFill>
        <a:effectLst/>
      </p:bgPr>
    </p:bg>
    <p:spTree>
      <p:nvGrpSpPr>
        <p:cNvPr id="1" name=""/>
        <p:cNvGrpSpPr/>
        <p:nvPr/>
      </p:nvGrpSpPr>
      <p:grpSpPr>
        <a:xfrm>
          <a:off x="0" y="0"/>
          <a:ext cx="0" cy="0"/>
          <a:chOff x="0" y="0"/>
          <a:chExt cx="0" cy="0"/>
        </a:xfrm>
      </p:grpSpPr>
      <p:pic>
        <p:nvPicPr>
          <p:cNvPr id="68" name="Google Shape;165;p24"/>
          <p:cNvPicPr/>
          <p:nvPr/>
        </p:nvPicPr>
        <p:blipFill>
          <a:blip r:embed="rId2">
            <a:alphaModFix amt="24000"/>
          </a:blip>
          <a:stretch/>
        </p:blipFill>
        <p:spPr>
          <a:xfrm rot="5400000">
            <a:off x="2005920" y="-2014200"/>
            <a:ext cx="5151600" cy="9162720"/>
          </a:xfrm>
          <a:prstGeom prst="rect">
            <a:avLst/>
          </a:prstGeom>
          <a:noFill/>
          <a:ln w="0">
            <a:noFill/>
          </a:ln>
        </p:spPr>
      </p:pic>
      <p:grpSp>
        <p:nvGrpSpPr>
          <p:cNvPr id="69" name="Google Shape;166;p24"/>
          <p:cNvGrpSpPr/>
          <p:nvPr/>
        </p:nvGrpSpPr>
        <p:grpSpPr>
          <a:xfrm>
            <a:off x="713160" y="1629000"/>
            <a:ext cx="159480" cy="1884960"/>
            <a:chOff x="713160" y="1629000"/>
            <a:chExt cx="159480" cy="1884960"/>
          </a:xfrm>
        </p:grpSpPr>
        <p:cxnSp>
          <p:nvCxnSpPr>
            <p:cNvPr id="70" name="Google Shape;167;p24"/>
            <p:cNvCxnSpPr>
              <a:stCxn id="71" idx="2"/>
              <a:endCxn id="72" idx="0"/>
            </p:cNvCxnSpPr>
            <p:nvPr/>
          </p:nvCxnSpPr>
          <p:spPr>
            <a:xfrm>
              <a:off x="792720" y="1788480"/>
              <a:ext cx="360" cy="1566360"/>
            </a:xfrm>
            <a:prstGeom prst="straightConnector1">
              <a:avLst/>
            </a:prstGeom>
            <a:ln w="9525">
              <a:solidFill>
                <a:srgbClr val="FFFFFF"/>
              </a:solidFill>
              <a:round/>
            </a:ln>
          </p:spPr>
        </p:cxnSp>
        <p:sp>
          <p:nvSpPr>
            <p:cNvPr id="72" name="Google Shape;169;p24"/>
            <p:cNvSpPr/>
            <p:nvPr/>
          </p:nvSpPr>
          <p:spPr>
            <a:xfrm>
              <a:off x="713160" y="335448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 name="Google Shape;168;p24"/>
            <p:cNvSpPr/>
            <p:nvPr/>
          </p:nvSpPr>
          <p:spPr>
            <a:xfrm>
              <a:off x="713160" y="162900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3" name="Google Shape;170;p24"/>
          <p:cNvGrpSpPr/>
          <p:nvPr/>
        </p:nvGrpSpPr>
        <p:grpSpPr>
          <a:xfrm>
            <a:off x="8271000" y="1629000"/>
            <a:ext cx="159480" cy="1884960"/>
            <a:chOff x="8271000" y="1629000"/>
            <a:chExt cx="159480" cy="1884960"/>
          </a:xfrm>
        </p:grpSpPr>
        <p:cxnSp>
          <p:nvCxnSpPr>
            <p:cNvPr id="74" name="Google Shape;171;p24"/>
            <p:cNvCxnSpPr>
              <a:stCxn id="75" idx="2"/>
              <a:endCxn id="76" idx="0"/>
            </p:cNvCxnSpPr>
            <p:nvPr/>
          </p:nvCxnSpPr>
          <p:spPr>
            <a:xfrm>
              <a:off x="8350560" y="1788480"/>
              <a:ext cx="360" cy="1566360"/>
            </a:xfrm>
            <a:prstGeom prst="straightConnector1">
              <a:avLst/>
            </a:prstGeom>
            <a:ln w="9525">
              <a:solidFill>
                <a:srgbClr val="FFFFFF"/>
              </a:solidFill>
              <a:round/>
            </a:ln>
          </p:spPr>
        </p:cxnSp>
        <p:sp>
          <p:nvSpPr>
            <p:cNvPr id="76" name="Google Shape;173;p24"/>
            <p:cNvSpPr/>
            <p:nvPr/>
          </p:nvSpPr>
          <p:spPr>
            <a:xfrm>
              <a:off x="8271000" y="335448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 name="Google Shape;172;p24"/>
            <p:cNvSpPr/>
            <p:nvPr/>
          </p:nvSpPr>
          <p:spPr>
            <a:xfrm>
              <a:off x="8271000" y="162900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7" name="Google Shape;174;p24"/>
          <p:cNvGrpSpPr/>
          <p:nvPr/>
        </p:nvGrpSpPr>
        <p:grpSpPr>
          <a:xfrm>
            <a:off x="811800" y="3955320"/>
            <a:ext cx="862560" cy="862560"/>
            <a:chOff x="811800" y="3955320"/>
            <a:chExt cx="862560" cy="862560"/>
          </a:xfrm>
        </p:grpSpPr>
        <p:sp>
          <p:nvSpPr>
            <p:cNvPr id="78" name="Google Shape;175;p24"/>
            <p:cNvSpPr/>
            <p:nvPr/>
          </p:nvSpPr>
          <p:spPr>
            <a:xfrm>
              <a:off x="811800" y="3955320"/>
              <a:ext cx="862560" cy="862560"/>
            </a:xfrm>
            <a:prstGeom prst="ellipse">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176;p24"/>
            <p:cNvSpPr/>
            <p:nvPr/>
          </p:nvSpPr>
          <p:spPr>
            <a:xfrm>
              <a:off x="909720" y="4053240"/>
              <a:ext cx="666720" cy="666720"/>
            </a:xfrm>
            <a:prstGeom prst="star8">
              <a:avLst>
                <a:gd name="adj" fmla="val 12130"/>
              </a:avLst>
            </a:prstGeom>
            <a:solidFill>
              <a:schemeClr val="accent2"/>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0" name="Google Shape;177;p24"/>
          <p:cNvGrpSpPr/>
          <p:nvPr/>
        </p:nvGrpSpPr>
        <p:grpSpPr>
          <a:xfrm>
            <a:off x="7292160" y="184680"/>
            <a:ext cx="978120" cy="979560"/>
            <a:chOff x="7292160" y="184680"/>
            <a:chExt cx="978120" cy="979560"/>
          </a:xfrm>
        </p:grpSpPr>
        <p:sp>
          <p:nvSpPr>
            <p:cNvPr id="81" name="Google Shape;178;p24"/>
            <p:cNvSpPr/>
            <p:nvPr/>
          </p:nvSpPr>
          <p:spPr>
            <a:xfrm>
              <a:off x="7292160" y="18468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 name="Google Shape;179;p24"/>
            <p:cNvSpPr/>
            <p:nvPr/>
          </p:nvSpPr>
          <p:spPr>
            <a:xfrm>
              <a:off x="7454880" y="34812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3" name="Google Shape;180;p24"/>
          <p:cNvGrpSpPr/>
          <p:nvPr/>
        </p:nvGrpSpPr>
        <p:grpSpPr>
          <a:xfrm>
            <a:off x="1163880" y="3690720"/>
            <a:ext cx="2079000" cy="1320120"/>
            <a:chOff x="1163880" y="3690720"/>
            <a:chExt cx="2079000" cy="1320120"/>
          </a:xfrm>
        </p:grpSpPr>
        <p:sp>
          <p:nvSpPr>
            <p:cNvPr id="84" name="Google Shape;181;p24"/>
            <p:cNvSpPr/>
            <p:nvPr/>
          </p:nvSpPr>
          <p:spPr>
            <a:xfrm rot="1477800">
              <a:off x="1176840" y="4095000"/>
              <a:ext cx="2052720" cy="51120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 name="Google Shape;182;p24"/>
            <p:cNvSpPr/>
            <p:nvPr/>
          </p:nvSpPr>
          <p:spPr>
            <a:xfrm rot="1477800">
              <a:off x="1991880" y="4139280"/>
              <a:ext cx="422640" cy="422640"/>
            </a:xfrm>
            <a:prstGeom prst="star4">
              <a:avLst>
                <a:gd name="adj" fmla="val 20529"/>
              </a:avLst>
            </a:prstGeom>
            <a:solidFill>
              <a:schemeClr val="accent1"/>
            </a:soli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 name="Google Shape;183;p24"/>
            <p:cNvSpPr/>
            <p:nvPr/>
          </p:nvSpPr>
          <p:spPr>
            <a:xfrm rot="1477800">
              <a:off x="1607400" y="3962880"/>
              <a:ext cx="422640" cy="422640"/>
            </a:xfrm>
            <a:prstGeom prst="star4">
              <a:avLst>
                <a:gd name="adj" fmla="val 20529"/>
              </a:avLst>
            </a:prstGeom>
            <a:solidFill>
              <a:schemeClr val="accent1"/>
            </a:soli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 name="Google Shape;184;p24"/>
            <p:cNvSpPr/>
            <p:nvPr/>
          </p:nvSpPr>
          <p:spPr>
            <a:xfrm rot="1477800">
              <a:off x="2376360" y="4315320"/>
              <a:ext cx="422640" cy="422640"/>
            </a:xfrm>
            <a:prstGeom prst="star4">
              <a:avLst>
                <a:gd name="adj" fmla="val 20529"/>
              </a:avLst>
            </a:prstGeom>
            <a:solidFill>
              <a:schemeClr val="accent1"/>
            </a:soli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rgbClr val="000000"/>
        </a:solidFill>
        <a:effectLst/>
      </p:bgPr>
    </p:bg>
    <p:spTree>
      <p:nvGrpSpPr>
        <p:cNvPr id="1" name=""/>
        <p:cNvGrpSpPr/>
        <p:nvPr/>
      </p:nvGrpSpPr>
      <p:grpSpPr>
        <a:xfrm>
          <a:off x="0" y="0"/>
          <a:ext cx="0" cy="0"/>
          <a:chOff x="0" y="0"/>
          <a:chExt cx="0" cy="0"/>
        </a:xfrm>
      </p:grpSpPr>
      <p:pic>
        <p:nvPicPr>
          <p:cNvPr id="88" name="Google Shape;18;p4"/>
          <p:cNvPicPr/>
          <p:nvPr/>
        </p:nvPicPr>
        <p:blipFill>
          <a:blip r:embed="rId2">
            <a:alphaModFix amt="24000"/>
          </a:blip>
          <a:stretch/>
        </p:blipFill>
        <p:spPr>
          <a:xfrm rot="5400000">
            <a:off x="2005920" y="-2014200"/>
            <a:ext cx="5151600" cy="9162720"/>
          </a:xfrm>
          <a:prstGeom prst="rect">
            <a:avLst/>
          </a:prstGeom>
          <a:noFill/>
          <a:ln w="0">
            <a:noFill/>
          </a:ln>
        </p:spPr>
      </p:pic>
      <p:sp>
        <p:nvSpPr>
          <p:cNvPr id="89" name="PlaceHolder 1"/>
          <p:cNvSpPr>
            <a:spLocks noGrp="1"/>
          </p:cNvSpPr>
          <p:nvPr>
            <p:ph type="body"/>
          </p:nvPr>
        </p:nvSpPr>
        <p:spPr>
          <a:xfrm>
            <a:off x="713160" y="1204200"/>
            <a:ext cx="3430440" cy="33847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90" name="PlaceHolder 2"/>
          <p:cNvSpPr>
            <a:spLocks noGrp="1"/>
          </p:cNvSpPr>
          <p:nvPr>
            <p:ph type="title"/>
          </p:nvPr>
        </p:nvSpPr>
        <p:spPr>
          <a:xfrm>
            <a:off x="713160" y="542520"/>
            <a:ext cx="7717320" cy="6152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rgbClr val="000000"/>
        </a:solidFill>
        <a:effectLst/>
      </p:bgPr>
    </p:bg>
    <p:spTree>
      <p:nvGrpSpPr>
        <p:cNvPr id="1" name=""/>
        <p:cNvGrpSpPr/>
        <p:nvPr/>
      </p:nvGrpSpPr>
      <p:grpSpPr>
        <a:xfrm>
          <a:off x="0" y="0"/>
          <a:ext cx="0" cy="0"/>
          <a:chOff x="0" y="0"/>
          <a:chExt cx="0" cy="0"/>
        </a:xfrm>
      </p:grpSpPr>
      <p:pic>
        <p:nvPicPr>
          <p:cNvPr id="91" name="Google Shape;22;p5"/>
          <p:cNvPicPr/>
          <p:nvPr/>
        </p:nvPicPr>
        <p:blipFill>
          <a:blip r:embed="rId2">
            <a:alphaModFix amt="24000"/>
          </a:blip>
          <a:stretch/>
        </p:blipFill>
        <p:spPr>
          <a:xfrm rot="5400000">
            <a:off x="2005920" y="-2014200"/>
            <a:ext cx="5151600" cy="9162720"/>
          </a:xfrm>
          <a:prstGeom prst="rect">
            <a:avLst/>
          </a:prstGeom>
          <a:noFill/>
          <a:ln w="0">
            <a:noFill/>
          </a:ln>
        </p:spPr>
      </p:pic>
      <p:sp>
        <p:nvSpPr>
          <p:cNvPr id="92" name="PlaceHolder 1"/>
          <p:cNvSpPr>
            <a:spLocks noGrp="1"/>
          </p:cNvSpPr>
          <p:nvPr>
            <p:ph type="title"/>
          </p:nvPr>
        </p:nvSpPr>
        <p:spPr>
          <a:xfrm>
            <a:off x="856800" y="1797480"/>
            <a:ext cx="3233520" cy="497520"/>
          </a:xfrm>
          <a:prstGeom prst="rect">
            <a:avLst/>
          </a:prstGeom>
          <a:noFill/>
          <a:ln w="0">
            <a:noFill/>
          </a:ln>
        </p:spPr>
        <p:txBody>
          <a:bodyPr lIns="91440" tIns="91440" rIns="91440" bIns="91440" anchor="b">
            <a:noAutofit/>
          </a:bodyPr>
          <a:lstStyle/>
          <a:p>
            <a:pPr indent="0">
              <a:buNone/>
            </a:pPr>
            <a:r>
              <a:rPr lang="fr-FR" sz="2200" b="0" u="none" strike="noStrike">
                <a:solidFill>
                  <a:schemeClr val="dk1"/>
                </a:solidFill>
                <a:effectLst/>
                <a:uFillTx/>
                <a:latin typeface="Arial"/>
              </a:rPr>
              <a:t>Click to edit the title text format</a:t>
            </a:r>
          </a:p>
        </p:txBody>
      </p:sp>
      <p:sp>
        <p:nvSpPr>
          <p:cNvPr id="93" name="PlaceHolder 2"/>
          <p:cNvSpPr>
            <a:spLocks noGrp="1"/>
          </p:cNvSpPr>
          <p:nvPr>
            <p:ph type="body"/>
          </p:nvPr>
        </p:nvSpPr>
        <p:spPr>
          <a:xfrm>
            <a:off x="856800" y="2295000"/>
            <a:ext cx="3233520" cy="105048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94" name="PlaceHolder 3"/>
          <p:cNvSpPr>
            <a:spLocks noGrp="1"/>
          </p:cNvSpPr>
          <p:nvPr>
            <p:ph type="body"/>
          </p:nvPr>
        </p:nvSpPr>
        <p:spPr>
          <a:xfrm>
            <a:off x="5053320" y="2295000"/>
            <a:ext cx="3233520" cy="105048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95" name="PlaceHolder 4"/>
          <p:cNvSpPr>
            <a:spLocks noGrp="1"/>
          </p:cNvSpPr>
          <p:nvPr>
            <p:ph type="title"/>
          </p:nvPr>
        </p:nvSpPr>
        <p:spPr>
          <a:xfrm>
            <a:off x="5053320" y="1797480"/>
            <a:ext cx="3233520" cy="497520"/>
          </a:xfrm>
          <a:prstGeom prst="rect">
            <a:avLst/>
          </a:prstGeom>
          <a:noFill/>
          <a:ln w="0">
            <a:noFill/>
          </a:ln>
        </p:spPr>
        <p:txBody>
          <a:bodyPr lIns="91440" tIns="91440" rIns="91440" bIns="91440" anchor="b">
            <a:noAutofit/>
          </a:bodyPr>
          <a:lstStyle/>
          <a:p>
            <a:pPr indent="0">
              <a:buNone/>
            </a:pPr>
            <a:r>
              <a:rPr lang="fr-FR" sz="2200" b="0" u="none" strike="noStrike">
                <a:solidFill>
                  <a:schemeClr val="dk1"/>
                </a:solidFill>
                <a:effectLst/>
                <a:uFillTx/>
                <a:latin typeface="Arial"/>
              </a:rPr>
              <a:t>Click to edit the title text format</a:t>
            </a:r>
          </a:p>
        </p:txBody>
      </p:sp>
      <p:sp>
        <p:nvSpPr>
          <p:cNvPr id="96" name="PlaceHolder 5"/>
          <p:cNvSpPr>
            <a:spLocks noGrp="1"/>
          </p:cNvSpPr>
          <p:nvPr>
            <p:ph type="title"/>
          </p:nvPr>
        </p:nvSpPr>
        <p:spPr>
          <a:xfrm>
            <a:off x="713160" y="542520"/>
            <a:ext cx="7717320" cy="6152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rgbClr val="000000"/>
        </a:solidFill>
        <a:effectLst/>
      </p:bgPr>
    </p:bg>
    <p:spTree>
      <p:nvGrpSpPr>
        <p:cNvPr id="1" name=""/>
        <p:cNvGrpSpPr/>
        <p:nvPr/>
      </p:nvGrpSpPr>
      <p:grpSpPr>
        <a:xfrm>
          <a:off x="0" y="0"/>
          <a:ext cx="0" cy="0"/>
          <a:chOff x="0" y="0"/>
          <a:chExt cx="0" cy="0"/>
        </a:xfrm>
      </p:grpSpPr>
      <p:pic>
        <p:nvPicPr>
          <p:cNvPr id="97" name="Google Shape;29;p6"/>
          <p:cNvPicPr/>
          <p:nvPr/>
        </p:nvPicPr>
        <p:blipFill>
          <a:blip r:embed="rId2">
            <a:alphaModFix amt="24000"/>
          </a:blip>
          <a:stretch/>
        </p:blipFill>
        <p:spPr>
          <a:xfrm rot="5400000">
            <a:off x="2005920" y="-2014200"/>
            <a:ext cx="5151600" cy="9162720"/>
          </a:xfrm>
          <a:prstGeom prst="rect">
            <a:avLst/>
          </a:prstGeom>
          <a:noFill/>
          <a:ln w="0">
            <a:noFill/>
          </a:ln>
        </p:spPr>
      </p:pic>
      <p:sp>
        <p:nvSpPr>
          <p:cNvPr id="98" name="PlaceHolder 1"/>
          <p:cNvSpPr>
            <a:spLocks noGrp="1"/>
          </p:cNvSpPr>
          <p:nvPr>
            <p:ph type="title"/>
          </p:nvPr>
        </p:nvSpPr>
        <p:spPr>
          <a:xfrm>
            <a:off x="713160" y="542520"/>
            <a:ext cx="7717320" cy="6152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rgbClr val="000000"/>
        </a:solidFill>
        <a:effectLst/>
      </p:bgPr>
    </p:bg>
    <p:spTree>
      <p:nvGrpSpPr>
        <p:cNvPr id="1" name=""/>
        <p:cNvGrpSpPr/>
        <p:nvPr/>
      </p:nvGrpSpPr>
      <p:grpSpPr>
        <a:xfrm>
          <a:off x="0" y="0"/>
          <a:ext cx="0" cy="0"/>
          <a:chOff x="0" y="0"/>
          <a:chExt cx="0" cy="0"/>
        </a:xfrm>
      </p:grpSpPr>
      <p:pic>
        <p:nvPicPr>
          <p:cNvPr id="99" name="Google Shape;32;p7"/>
          <p:cNvPicPr/>
          <p:nvPr/>
        </p:nvPicPr>
        <p:blipFill>
          <a:blip r:embed="rId2">
            <a:alphaModFix amt="24000"/>
          </a:blip>
          <a:stretch/>
        </p:blipFill>
        <p:spPr>
          <a:xfrm rot="5400000">
            <a:off x="2005920" y="-2014200"/>
            <a:ext cx="5151600" cy="9162720"/>
          </a:xfrm>
          <a:prstGeom prst="rect">
            <a:avLst/>
          </a:prstGeom>
          <a:noFill/>
          <a:ln w="0">
            <a:noFill/>
          </a:ln>
        </p:spPr>
      </p:pic>
      <p:sp>
        <p:nvSpPr>
          <p:cNvPr id="100" name="PlaceHolder 1"/>
          <p:cNvSpPr>
            <a:spLocks noGrp="1"/>
          </p:cNvSpPr>
          <p:nvPr>
            <p:ph type="title"/>
          </p:nvPr>
        </p:nvSpPr>
        <p:spPr>
          <a:xfrm>
            <a:off x="4572000" y="946080"/>
            <a:ext cx="3315600" cy="53928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101" name="PlaceHolder 2"/>
          <p:cNvSpPr>
            <a:spLocks noGrp="1"/>
          </p:cNvSpPr>
          <p:nvPr>
            <p:ph type="body"/>
          </p:nvPr>
        </p:nvSpPr>
        <p:spPr>
          <a:xfrm>
            <a:off x="4572000" y="1485720"/>
            <a:ext cx="3315600" cy="271116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rgbClr val="000000"/>
        </a:solidFill>
        <a:effectLst/>
      </p:bgPr>
    </p:bg>
    <p:spTree>
      <p:nvGrpSpPr>
        <p:cNvPr id="1" name=""/>
        <p:cNvGrpSpPr/>
        <p:nvPr/>
      </p:nvGrpSpPr>
      <p:grpSpPr>
        <a:xfrm>
          <a:off x="0" y="0"/>
          <a:ext cx="0" cy="0"/>
          <a:chOff x="0" y="0"/>
          <a:chExt cx="0" cy="0"/>
        </a:xfrm>
      </p:grpSpPr>
      <p:pic>
        <p:nvPicPr>
          <p:cNvPr id="102" name="Google Shape;36;p8"/>
          <p:cNvPicPr/>
          <p:nvPr/>
        </p:nvPicPr>
        <p:blipFill>
          <a:blip r:embed="rId2">
            <a:alphaModFix amt="24000"/>
          </a:blip>
          <a:stretch/>
        </p:blipFill>
        <p:spPr>
          <a:xfrm rot="5400000">
            <a:off x="2005920" y="-2014200"/>
            <a:ext cx="5151600" cy="9162720"/>
          </a:xfrm>
          <a:prstGeom prst="rect">
            <a:avLst/>
          </a:prstGeom>
          <a:noFill/>
          <a:ln w="0">
            <a:noFill/>
          </a:ln>
        </p:spPr>
      </p:pic>
      <p:sp>
        <p:nvSpPr>
          <p:cNvPr id="103" name="PlaceHolder 1"/>
          <p:cNvSpPr>
            <a:spLocks noGrp="1"/>
          </p:cNvSpPr>
          <p:nvPr>
            <p:ph type="title"/>
          </p:nvPr>
        </p:nvSpPr>
        <p:spPr>
          <a:xfrm>
            <a:off x="1287360" y="1435680"/>
            <a:ext cx="6568920" cy="2271600"/>
          </a:xfrm>
          <a:prstGeom prst="rect">
            <a:avLst/>
          </a:prstGeom>
          <a:noFill/>
          <a:ln w="0">
            <a:noFill/>
          </a:ln>
        </p:spPr>
        <p:txBody>
          <a:bodyPr lIns="91440" tIns="91440" rIns="91440" bIns="91440" anchor="ctr">
            <a:noAutofit/>
          </a:bodyPr>
          <a:lstStyle/>
          <a:p>
            <a:pPr indent="0">
              <a:buNone/>
            </a:pPr>
            <a:r>
              <a:rPr lang="fr-FR" sz="72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rgbClr val="000000"/>
        </a:solidFill>
        <a:effectLst/>
      </p:bgPr>
    </p:bg>
    <p:spTree>
      <p:nvGrpSpPr>
        <p:cNvPr id="1" name=""/>
        <p:cNvGrpSpPr/>
        <p:nvPr/>
      </p:nvGrpSpPr>
      <p:grpSpPr>
        <a:xfrm>
          <a:off x="0" y="0"/>
          <a:ext cx="0" cy="0"/>
          <a:chOff x="0" y="0"/>
          <a:chExt cx="0" cy="0"/>
        </a:xfrm>
      </p:grpSpPr>
      <p:pic>
        <p:nvPicPr>
          <p:cNvPr id="104" name="Google Shape;39;p9"/>
          <p:cNvPicPr/>
          <p:nvPr/>
        </p:nvPicPr>
        <p:blipFill>
          <a:blip r:embed="rId2">
            <a:alphaModFix amt="24000"/>
          </a:blip>
          <a:stretch/>
        </p:blipFill>
        <p:spPr>
          <a:xfrm rot="5400000">
            <a:off x="2005920" y="-2014200"/>
            <a:ext cx="5151600" cy="9162720"/>
          </a:xfrm>
          <a:prstGeom prst="rect">
            <a:avLst/>
          </a:prstGeom>
          <a:noFill/>
          <a:ln w="0">
            <a:noFill/>
          </a:ln>
        </p:spPr>
      </p:pic>
      <p:sp>
        <p:nvSpPr>
          <p:cNvPr id="105" name="PlaceHolder 1"/>
          <p:cNvSpPr>
            <a:spLocks noGrp="1"/>
          </p:cNvSpPr>
          <p:nvPr>
            <p:ph type="title"/>
          </p:nvPr>
        </p:nvSpPr>
        <p:spPr>
          <a:xfrm>
            <a:off x="2019240" y="1584000"/>
            <a:ext cx="5114520" cy="80604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rgbClr val="000000"/>
        </a:solidFill>
        <a:effectLst/>
      </p:bgPr>
    </p:bg>
    <p:spTree>
      <p:nvGrpSpPr>
        <p:cNvPr id="1" name=""/>
        <p:cNvGrpSpPr/>
        <p:nvPr/>
      </p:nvGrpSpPr>
      <p:grpSpPr>
        <a:xfrm>
          <a:off x="0" y="0"/>
          <a:ext cx="0" cy="0"/>
          <a:chOff x="0" y="0"/>
          <a:chExt cx="0" cy="0"/>
        </a:xfrm>
      </p:grpSpPr>
      <p:sp>
        <p:nvSpPr>
          <p:cNvPr id="106" name="PlaceHolder 1"/>
          <p:cNvSpPr>
            <a:spLocks noGrp="1"/>
          </p:cNvSpPr>
          <p:nvPr>
            <p:ph type="body"/>
          </p:nvPr>
        </p:nvSpPr>
        <p:spPr>
          <a:xfrm>
            <a:off x="2520" y="1440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07" name="PlaceHolder 2"/>
          <p:cNvSpPr>
            <a:spLocks noGrp="1"/>
          </p:cNvSpPr>
          <p:nvPr>
            <p:ph type="body"/>
          </p:nvPr>
        </p:nvSpPr>
        <p:spPr>
          <a:xfrm>
            <a:off x="715320" y="3565080"/>
            <a:ext cx="3800160" cy="1033920"/>
          </a:xfrm>
          <a:prstGeom prst="rect">
            <a:avLst/>
          </a:prstGeom>
          <a:noFill/>
          <a:ln w="0">
            <a:noFill/>
          </a:ln>
        </p:spPr>
        <p:txBody>
          <a:bodyPr lIns="91440" tIns="91440" rIns="91440" bIns="91440" anchor="ctr">
            <a:noAutofit/>
          </a:bodyPr>
          <a:lstStyle/>
          <a:p>
            <a:pPr marL="432000" indent="-324000">
              <a:spcBef>
                <a:spcPts val="1417"/>
              </a:spcBef>
              <a:buClr>
                <a:srgbClr val="FFFFFF"/>
              </a:buClr>
              <a:buSzPct val="45000"/>
              <a:buFont typeface="Wingdings" charset="2"/>
              <a:buChar char=""/>
            </a:pPr>
            <a:r>
              <a:rPr lang="fr-FR" sz="30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30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30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30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3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3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3000" b="0" u="none" strike="noStrike">
                <a:solidFill>
                  <a:srgbClr val="000000"/>
                </a:solidFill>
                <a:effectLst/>
                <a:uFillTx/>
                <a:latin typeface="Arial"/>
              </a:rPr>
              <a:t>Seventh Outline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108" name="Google Shape;190;p27"/>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09"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110" name="Google Shape;193;p28"/>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11"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12"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113" name="Google Shape;200;p29"/>
          <p:cNvGrpSpPr/>
          <p:nvPr/>
        </p:nvGrpSpPr>
        <p:grpSpPr>
          <a:xfrm>
            <a:off x="6704956" y="2583405"/>
            <a:ext cx="862920" cy="1140400"/>
            <a:chOff x="6472440" y="3039200"/>
            <a:chExt cx="862920" cy="1140400"/>
          </a:xfrm>
        </p:grpSpPr>
        <p:grpSp>
          <p:nvGrpSpPr>
            <p:cNvPr id="114" name="Google Shape;201;p29"/>
            <p:cNvGrpSpPr/>
            <p:nvPr/>
          </p:nvGrpSpPr>
          <p:grpSpPr>
            <a:xfrm>
              <a:off x="6472440" y="3039200"/>
              <a:ext cx="862920" cy="1140400"/>
              <a:chOff x="6472440" y="3039200"/>
              <a:chExt cx="862920" cy="1140400"/>
            </a:xfrm>
          </p:grpSpPr>
          <p:sp>
            <p:nvSpPr>
              <p:cNvPr id="115" name="Google Shape;202;p29"/>
              <p:cNvSpPr/>
              <p:nvPr/>
            </p:nvSpPr>
            <p:spPr>
              <a:xfrm rot="988200">
                <a:off x="6472440" y="306900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dirty="0">
                  <a:solidFill>
                    <a:srgbClr val="FFFFFF"/>
                  </a:solidFill>
                  <a:effectLst/>
                  <a:uFillTx/>
                  <a:latin typeface="OpenSymbol"/>
                </a:endParaRPr>
              </a:p>
            </p:txBody>
          </p:sp>
          <p:sp>
            <p:nvSpPr>
              <p:cNvPr id="116" name="Google Shape;203;p29"/>
              <p:cNvSpPr/>
              <p:nvPr/>
            </p:nvSpPr>
            <p:spPr>
              <a:xfrm rot="988200">
                <a:off x="6702017" y="303920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 name="Google Shape;204;p29"/>
              <p:cNvSpPr/>
              <p:nvPr/>
            </p:nvSpPr>
            <p:spPr>
              <a:xfrm rot="988200">
                <a:off x="6610320" y="332424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18" name="Google Shape;205;p29"/>
            <p:cNvSpPr/>
            <p:nvPr/>
          </p:nvSpPr>
          <p:spPr>
            <a:xfrm rot="988200">
              <a:off x="6515640" y="3124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9" name="Google Shape;206;p29"/>
          <p:cNvGrpSpPr/>
          <p:nvPr/>
        </p:nvGrpSpPr>
        <p:grpSpPr>
          <a:xfrm>
            <a:off x="7290360" y="948600"/>
            <a:ext cx="1422000" cy="1085040"/>
            <a:chOff x="7290360" y="948600"/>
            <a:chExt cx="1422000" cy="1085040"/>
          </a:xfrm>
        </p:grpSpPr>
        <p:sp>
          <p:nvSpPr>
            <p:cNvPr id="120" name="Google Shape;207;p29"/>
            <p:cNvSpPr/>
            <p:nvPr/>
          </p:nvSpPr>
          <p:spPr>
            <a:xfrm rot="995400">
              <a:off x="7372080" y="111240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 name="Google Shape;208;p29"/>
            <p:cNvSpPr/>
            <p:nvPr/>
          </p:nvSpPr>
          <p:spPr>
            <a:xfrm rot="995400">
              <a:off x="7653600" y="128160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 name="Google Shape;209;p29"/>
            <p:cNvSpPr/>
            <p:nvPr/>
          </p:nvSpPr>
          <p:spPr>
            <a:xfrm rot="995400">
              <a:off x="7791840" y="128160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3" name="PlaceHolder 1"/>
          <p:cNvSpPr>
            <a:spLocks noGrp="1"/>
          </p:cNvSpPr>
          <p:nvPr>
            <p:ph type="subTitle"/>
          </p:nvPr>
        </p:nvSpPr>
        <p:spPr>
          <a:xfrm>
            <a:off x="714240" y="3228840"/>
            <a:ext cx="4352400" cy="866520"/>
          </a:xfrm>
          <a:prstGeom prst="rect">
            <a:avLst/>
          </a:prstGeom>
          <a:noFill/>
          <a:ln w="0">
            <a:noFill/>
          </a:ln>
        </p:spPr>
        <p:txBody>
          <a:bodyPr lIns="91440" tIns="91440" rIns="91440" bIns="91440" anchor="t">
            <a:normAutofit/>
          </a:bodyPr>
          <a:lstStyle/>
          <a:p>
            <a:pPr algn="ctr">
              <a:lnSpc>
                <a:spcPct val="100000"/>
              </a:lnSpc>
              <a:tabLst>
                <a:tab pos="0" algn="l"/>
              </a:tabLst>
            </a:pPr>
            <a:r>
              <a:rPr lang="en-US" sz="1600" b="0" u="none" strike="noStrike" dirty="0">
                <a:solidFill>
                  <a:schemeClr val="accent2"/>
                </a:solidFill>
                <a:effectLst/>
                <a:uFillTx/>
                <a:latin typeface="Poppins"/>
                <a:ea typeface="Poppins"/>
              </a:rPr>
              <a:t>Performance and Retention Insights</a:t>
            </a:r>
          </a:p>
          <a:p>
            <a:pPr algn="ctr">
              <a:lnSpc>
                <a:spcPct val="100000"/>
              </a:lnSpc>
              <a:tabLst>
                <a:tab pos="0" algn="l"/>
              </a:tabLst>
            </a:pPr>
            <a:r>
              <a:rPr lang="en-US" sz="1600" dirty="0">
                <a:solidFill>
                  <a:schemeClr val="accent2"/>
                </a:solidFill>
                <a:latin typeface="Poppins"/>
              </a:rPr>
              <a:t>Project By : Chirag Bais</a:t>
            </a:r>
            <a:endParaRPr lang="en-US" sz="1600" b="0" u="none" strike="noStrike" dirty="0">
              <a:solidFill>
                <a:srgbClr val="FFFFFF"/>
              </a:solidFill>
              <a:effectLst/>
              <a:uFillTx/>
              <a:latin typeface="OpenSymbol"/>
            </a:endParaRPr>
          </a:p>
        </p:txBody>
      </p:sp>
      <p:sp>
        <p:nvSpPr>
          <p:cNvPr id="124" name="PlaceHolder 2"/>
          <p:cNvSpPr>
            <a:spLocks noGrp="1"/>
          </p:cNvSpPr>
          <p:nvPr>
            <p:ph type="title"/>
          </p:nvPr>
        </p:nvSpPr>
        <p:spPr>
          <a:xfrm>
            <a:off x="673526" y="766080"/>
            <a:ext cx="4581000" cy="2381040"/>
          </a:xfrm>
          <a:prstGeom prst="rect">
            <a:avLst/>
          </a:prstGeom>
          <a:noFill/>
          <a:ln w="0">
            <a:noFill/>
          </a:ln>
        </p:spPr>
        <p:txBody>
          <a:bodyPr lIns="91440" tIns="91440" rIns="91440" bIns="91440" anchor="ctr">
            <a:normAutofit/>
          </a:bodyPr>
          <a:lstStyle/>
          <a:p>
            <a:pPr indent="0" algn="ctr">
              <a:lnSpc>
                <a:spcPct val="90000"/>
              </a:lnSpc>
              <a:buNone/>
              <a:tabLst>
                <a:tab pos="0" algn="l"/>
              </a:tabLst>
            </a:pPr>
            <a:r>
              <a:rPr lang="en-US" sz="5200" b="1" u="none" strike="noStrike" dirty="0">
                <a:solidFill>
                  <a:schemeClr val="accent2"/>
                </a:solidFill>
                <a:effectLst/>
                <a:uFillTx/>
                <a:latin typeface="Poppins"/>
                <a:ea typeface="Poppins"/>
              </a:rPr>
              <a:t>E-Commerce Analysis</a:t>
            </a:r>
            <a:endParaRPr lang="fr-FR" sz="5200" b="0" u="none" strike="noStrike" dirty="0">
              <a:solidFill>
                <a:schemeClr val="dk1"/>
              </a:solidFill>
              <a:effectLst/>
              <a:uFillTx/>
              <a:latin typeface="Arial"/>
            </a:endParaRPr>
          </a:p>
        </p:txBody>
      </p:sp>
      <p:grpSp>
        <p:nvGrpSpPr>
          <p:cNvPr id="125" name="Google Shape;212;p29"/>
          <p:cNvGrpSpPr/>
          <p:nvPr/>
        </p:nvGrpSpPr>
        <p:grpSpPr>
          <a:xfrm>
            <a:off x="6014393" y="1962045"/>
            <a:ext cx="862560" cy="862560"/>
            <a:chOff x="5865840" y="2129400"/>
            <a:chExt cx="862560" cy="862560"/>
          </a:xfrm>
        </p:grpSpPr>
        <p:sp>
          <p:nvSpPr>
            <p:cNvPr id="126" name="Google Shape;213;p29"/>
            <p:cNvSpPr/>
            <p:nvPr/>
          </p:nvSpPr>
          <p:spPr>
            <a:xfrm>
              <a:off x="5865840" y="2129400"/>
              <a:ext cx="862560" cy="862560"/>
            </a:xfrm>
            <a:prstGeom prst="ellipse">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 name="Google Shape;214;p29"/>
            <p:cNvSpPr/>
            <p:nvPr/>
          </p:nvSpPr>
          <p:spPr>
            <a:xfrm>
              <a:off x="5963760" y="2227320"/>
              <a:ext cx="666720" cy="666720"/>
            </a:xfrm>
            <a:prstGeom prst="star8">
              <a:avLst>
                <a:gd name="adj" fmla="val 12130"/>
              </a:avLst>
            </a:prstGeom>
            <a:solidFill>
              <a:schemeClr val="accent2"/>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8" name="Google Shape;215;p29"/>
          <p:cNvGrpSpPr/>
          <p:nvPr/>
        </p:nvGrpSpPr>
        <p:grpSpPr>
          <a:xfrm>
            <a:off x="5961960" y="864000"/>
            <a:ext cx="978120" cy="979560"/>
            <a:chOff x="5961960" y="864000"/>
            <a:chExt cx="978120" cy="979560"/>
          </a:xfrm>
        </p:grpSpPr>
        <p:sp>
          <p:nvSpPr>
            <p:cNvPr id="129" name="Google Shape;216;p29"/>
            <p:cNvSpPr/>
            <p:nvPr/>
          </p:nvSpPr>
          <p:spPr>
            <a:xfrm>
              <a:off x="5961960" y="8640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 name="Google Shape;217;p29"/>
            <p:cNvSpPr/>
            <p:nvPr/>
          </p:nvSpPr>
          <p:spPr>
            <a:xfrm>
              <a:off x="6124320" y="10274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1" name="Google Shape;218;p29"/>
          <p:cNvGrpSpPr/>
          <p:nvPr/>
        </p:nvGrpSpPr>
        <p:grpSpPr>
          <a:xfrm>
            <a:off x="6632873" y="2289285"/>
            <a:ext cx="2079000" cy="1320120"/>
            <a:chOff x="6484320" y="2456640"/>
            <a:chExt cx="2079000" cy="1320120"/>
          </a:xfrm>
        </p:grpSpPr>
        <p:sp>
          <p:nvSpPr>
            <p:cNvPr id="132" name="Google Shape;219;p29"/>
            <p:cNvSpPr/>
            <p:nvPr/>
          </p:nvSpPr>
          <p:spPr>
            <a:xfrm rot="1477800">
              <a:off x="6497280" y="2860920"/>
              <a:ext cx="2052720" cy="51120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220;p29"/>
            <p:cNvSpPr/>
            <p:nvPr/>
          </p:nvSpPr>
          <p:spPr>
            <a:xfrm rot="1477800">
              <a:off x="7312320" y="2905560"/>
              <a:ext cx="422640" cy="422640"/>
            </a:xfrm>
            <a:prstGeom prst="star4">
              <a:avLst>
                <a:gd name="adj" fmla="val 20529"/>
              </a:avLst>
            </a:prstGeom>
            <a:solidFill>
              <a:schemeClr val="accent1"/>
            </a:soli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 name="Google Shape;221;p29"/>
            <p:cNvSpPr/>
            <p:nvPr/>
          </p:nvSpPr>
          <p:spPr>
            <a:xfrm rot="1477800">
              <a:off x="6927840" y="2729160"/>
              <a:ext cx="422640" cy="422640"/>
            </a:xfrm>
            <a:prstGeom prst="star4">
              <a:avLst>
                <a:gd name="adj" fmla="val 20529"/>
              </a:avLst>
            </a:prstGeom>
            <a:solidFill>
              <a:schemeClr val="accent1"/>
            </a:soli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 name="Google Shape;222;p29"/>
            <p:cNvSpPr/>
            <p:nvPr/>
          </p:nvSpPr>
          <p:spPr>
            <a:xfrm rot="1477800">
              <a:off x="7696800" y="3081600"/>
              <a:ext cx="422640" cy="422640"/>
            </a:xfrm>
            <a:prstGeom prst="star4">
              <a:avLst>
                <a:gd name="adj" fmla="val 20529"/>
              </a:avLst>
            </a:prstGeom>
            <a:solidFill>
              <a:schemeClr val="accent1"/>
            </a:soli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6" name="Google Shape;223;p29"/>
          <p:cNvGrpSpPr/>
          <p:nvPr/>
        </p:nvGrpSpPr>
        <p:grpSpPr>
          <a:xfrm>
            <a:off x="6618240" y="1541520"/>
            <a:ext cx="1136160" cy="1019160"/>
            <a:chOff x="6618240" y="1541520"/>
            <a:chExt cx="1136160" cy="1019160"/>
          </a:xfrm>
        </p:grpSpPr>
        <p:grpSp>
          <p:nvGrpSpPr>
            <p:cNvPr id="137" name="Google Shape;224;p29"/>
            <p:cNvGrpSpPr/>
            <p:nvPr/>
          </p:nvGrpSpPr>
          <p:grpSpPr>
            <a:xfrm>
              <a:off x="6618240" y="1541520"/>
              <a:ext cx="1136160" cy="1019160"/>
              <a:chOff x="6618240" y="1541520"/>
              <a:chExt cx="1136160" cy="1019160"/>
            </a:xfrm>
          </p:grpSpPr>
          <p:sp>
            <p:nvSpPr>
              <p:cNvPr id="138" name="Google Shape;225;p29"/>
              <p:cNvSpPr/>
              <p:nvPr/>
            </p:nvSpPr>
            <p:spPr>
              <a:xfrm>
                <a:off x="6618240" y="1541520"/>
                <a:ext cx="1136160" cy="1019160"/>
              </a:xfrm>
              <a:prstGeom prst="roundRect">
                <a:avLst>
                  <a:gd name="adj" fmla="val 16667"/>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 name="Google Shape;226;p29"/>
              <p:cNvSpPr/>
              <p:nvPr/>
            </p:nvSpPr>
            <p:spPr>
              <a:xfrm>
                <a:off x="6834600" y="1699560"/>
                <a:ext cx="703080" cy="703080"/>
              </a:xfrm>
              <a:prstGeom prst="blockArc">
                <a:avLst>
                  <a:gd name="adj1" fmla="val 10800000"/>
                  <a:gd name="adj2" fmla="val 0"/>
                  <a:gd name="adj3" fmla="val 25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0" name="Google Shape;227;p29"/>
            <p:cNvSpPr/>
            <p:nvPr/>
          </p:nvSpPr>
          <p:spPr>
            <a:xfrm>
              <a:off x="6772680" y="1637640"/>
              <a:ext cx="827280" cy="827280"/>
            </a:xfrm>
            <a:prstGeom prst="ellipse">
              <a:avLst/>
            </a:prstGeom>
            <a:noFill/>
            <a:ln w="9525">
              <a:solidFill>
                <a:srgbClr val="FD875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1" name="Google Shape;228;p29"/>
          <p:cNvGrpSpPr/>
          <p:nvPr/>
        </p:nvGrpSpPr>
        <p:grpSpPr>
          <a:xfrm>
            <a:off x="5391000" y="766080"/>
            <a:ext cx="159480" cy="3610800"/>
            <a:chOff x="5391000" y="766080"/>
            <a:chExt cx="159480" cy="3610800"/>
          </a:xfrm>
        </p:grpSpPr>
        <p:cxnSp>
          <p:nvCxnSpPr>
            <p:cNvPr id="142" name="Google Shape;229;p29"/>
            <p:cNvCxnSpPr/>
            <p:nvPr/>
          </p:nvCxnSpPr>
          <p:spPr>
            <a:xfrm>
              <a:off x="5475240" y="834840"/>
              <a:ext cx="360" cy="3385440"/>
            </a:xfrm>
            <a:prstGeom prst="straightConnector1">
              <a:avLst/>
            </a:prstGeom>
            <a:ln w="9525">
              <a:solidFill>
                <a:srgbClr val="FFFFFF"/>
              </a:solidFill>
              <a:round/>
            </a:ln>
          </p:spPr>
        </p:cxnSp>
        <p:sp>
          <p:nvSpPr>
            <p:cNvPr id="143" name="Google Shape;230;p29"/>
            <p:cNvSpPr/>
            <p:nvPr/>
          </p:nvSpPr>
          <p:spPr>
            <a:xfrm>
              <a:off x="5391000" y="76608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 name="Google Shape;231;p29"/>
            <p:cNvSpPr/>
            <p:nvPr/>
          </p:nvSpPr>
          <p:spPr>
            <a:xfrm>
              <a:off x="5391000" y="421740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 name="Google Shape;232;p29"/>
            <p:cNvSpPr/>
            <p:nvPr/>
          </p:nvSpPr>
          <p:spPr>
            <a:xfrm>
              <a:off x="5391000" y="249192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Google Shape;338;p33"/>
          <p:cNvSpPr/>
          <p:nvPr/>
        </p:nvSpPr>
        <p:spPr>
          <a:xfrm>
            <a:off x="5822280" y="833040"/>
            <a:ext cx="2607120" cy="366120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147" name="PlaceHolder 1"/>
          <p:cNvSpPr>
            <a:spLocks noGrp="1"/>
          </p:cNvSpPr>
          <p:nvPr>
            <p:ph type="title"/>
          </p:nvPr>
        </p:nvSpPr>
        <p:spPr>
          <a:xfrm>
            <a:off x="714240" y="447840"/>
            <a:ext cx="4390560" cy="12949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1" u="none" strike="noStrike">
                <a:solidFill>
                  <a:schemeClr val="accent2"/>
                </a:solidFill>
                <a:effectLst/>
                <a:uFillTx/>
                <a:latin typeface="Poppins"/>
                <a:ea typeface="Poppins"/>
              </a:rPr>
              <a:t>Introduction</a:t>
            </a:r>
            <a:endParaRPr lang="fr-FR" sz="3000" b="0" u="none" strike="noStrike">
              <a:solidFill>
                <a:schemeClr val="dk1"/>
              </a:solidFill>
              <a:effectLst/>
              <a:uFillTx/>
              <a:latin typeface="Arial"/>
            </a:endParaRPr>
          </a:p>
        </p:txBody>
      </p:sp>
      <p:sp>
        <p:nvSpPr>
          <p:cNvPr id="148" name="PlaceHolder 2"/>
          <p:cNvSpPr>
            <a:spLocks noGrp="1"/>
          </p:cNvSpPr>
          <p:nvPr>
            <p:ph/>
          </p:nvPr>
        </p:nvSpPr>
        <p:spPr>
          <a:xfrm>
            <a:off x="714240" y="1800360"/>
            <a:ext cx="4133520" cy="2638080"/>
          </a:xfrm>
          <a:prstGeom prst="rect">
            <a:avLst/>
          </a:prstGeom>
          <a:noFill/>
          <a:ln w="0">
            <a:noFill/>
          </a:ln>
        </p:spPr>
        <p:txBody>
          <a:bodyPr lIns="91440" tIns="91440" rIns="91440" bIns="91440" anchor="t">
            <a:normAutofit lnSpcReduction="10000"/>
          </a:bodyPr>
          <a:lstStyle/>
          <a:p>
            <a:pPr indent="0">
              <a:lnSpc>
                <a:spcPct val="150000"/>
              </a:lnSpc>
              <a:buNone/>
              <a:tabLst>
                <a:tab pos="0" algn="l"/>
              </a:tabLst>
            </a:pPr>
            <a:r>
              <a:rPr lang="en-US" sz="1400" b="0" u="none" strike="noStrike">
                <a:solidFill>
                  <a:schemeClr val="accent2"/>
                </a:solidFill>
                <a:effectLst/>
                <a:uFillTx/>
                <a:latin typeface="Poppins"/>
                <a:ea typeface="Poppins"/>
              </a:rPr>
              <a:t>This presentation analyzes the key metrics and trends of an e-commerce platform, focusing on business performance and customer behavior. Using SQL-based data insights, it covers revenue figures, customer purchase patterns, and retention strategies to drive growth and profitability.</a:t>
            </a:r>
            <a:endParaRPr lang="fr-FR" sz="1400" b="0" u="none" strike="noStrike">
              <a:solidFill>
                <a:srgbClr val="000000"/>
              </a:solidFill>
              <a:effectLst/>
              <a:uFillTx/>
              <a:latin typeface="Arial"/>
            </a:endParaRPr>
          </a:p>
        </p:txBody>
      </p:sp>
      <p:grpSp>
        <p:nvGrpSpPr>
          <p:cNvPr id="149" name="Google Shape;341;p33"/>
          <p:cNvGrpSpPr/>
          <p:nvPr/>
        </p:nvGrpSpPr>
        <p:grpSpPr>
          <a:xfrm>
            <a:off x="7566840" y="3676680"/>
            <a:ext cx="862560" cy="862560"/>
            <a:chOff x="7566840" y="3676680"/>
            <a:chExt cx="862560" cy="862560"/>
          </a:xfrm>
        </p:grpSpPr>
        <p:sp>
          <p:nvSpPr>
            <p:cNvPr id="150" name="Google Shape;342;p33"/>
            <p:cNvSpPr/>
            <p:nvPr/>
          </p:nvSpPr>
          <p:spPr>
            <a:xfrm>
              <a:off x="7566840" y="3676680"/>
              <a:ext cx="862560" cy="862560"/>
            </a:xfrm>
            <a:prstGeom prst="ellipse">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 name="Google Shape;343;p33"/>
            <p:cNvSpPr/>
            <p:nvPr/>
          </p:nvSpPr>
          <p:spPr>
            <a:xfrm>
              <a:off x="7664760" y="3774960"/>
              <a:ext cx="666720" cy="666720"/>
            </a:xfrm>
            <a:prstGeom prst="star8">
              <a:avLst>
                <a:gd name="adj" fmla="val 12130"/>
              </a:avLst>
            </a:prstGeom>
            <a:solidFill>
              <a:schemeClr val="accent2"/>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52" name="Google Shape;344;p33"/>
          <p:cNvGrpSpPr/>
          <p:nvPr/>
        </p:nvGrpSpPr>
        <p:grpSpPr>
          <a:xfrm>
            <a:off x="6303960" y="347760"/>
            <a:ext cx="978120" cy="979560"/>
            <a:chOff x="6303960" y="347760"/>
            <a:chExt cx="978120" cy="979560"/>
          </a:xfrm>
        </p:grpSpPr>
        <p:sp>
          <p:nvSpPr>
            <p:cNvPr id="153" name="Google Shape;345;p33"/>
            <p:cNvSpPr/>
            <p:nvPr/>
          </p:nvSpPr>
          <p:spPr>
            <a:xfrm>
              <a:off x="6303960" y="34776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 name="Google Shape;346;p33"/>
            <p:cNvSpPr/>
            <p:nvPr/>
          </p:nvSpPr>
          <p:spPr>
            <a:xfrm>
              <a:off x="6466320" y="5108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5" name="Google Shape;347;p33"/>
          <p:cNvGrpSpPr/>
          <p:nvPr/>
        </p:nvGrpSpPr>
        <p:grpSpPr>
          <a:xfrm>
            <a:off x="5664240" y="784440"/>
            <a:ext cx="1136160" cy="1019160"/>
            <a:chOff x="5664240" y="784440"/>
            <a:chExt cx="1136160" cy="1019160"/>
          </a:xfrm>
        </p:grpSpPr>
        <p:grpSp>
          <p:nvGrpSpPr>
            <p:cNvPr id="156" name="Google Shape;348;p33"/>
            <p:cNvGrpSpPr/>
            <p:nvPr/>
          </p:nvGrpSpPr>
          <p:grpSpPr>
            <a:xfrm>
              <a:off x="5664240" y="784440"/>
              <a:ext cx="1136160" cy="1019160"/>
              <a:chOff x="5664240" y="784440"/>
              <a:chExt cx="1136160" cy="1019160"/>
            </a:xfrm>
          </p:grpSpPr>
          <p:sp>
            <p:nvSpPr>
              <p:cNvPr id="157" name="Google Shape;349;p33"/>
              <p:cNvSpPr/>
              <p:nvPr/>
            </p:nvSpPr>
            <p:spPr>
              <a:xfrm>
                <a:off x="5664240" y="784440"/>
                <a:ext cx="1136160" cy="1019160"/>
              </a:xfrm>
              <a:prstGeom prst="roundRect">
                <a:avLst>
                  <a:gd name="adj" fmla="val 16667"/>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 name="Google Shape;350;p33"/>
              <p:cNvSpPr/>
              <p:nvPr/>
            </p:nvSpPr>
            <p:spPr>
              <a:xfrm>
                <a:off x="5880960" y="942480"/>
                <a:ext cx="703080" cy="703080"/>
              </a:xfrm>
              <a:prstGeom prst="blockArc">
                <a:avLst>
                  <a:gd name="adj1" fmla="val 10800000"/>
                  <a:gd name="adj2" fmla="val 0"/>
                  <a:gd name="adj3" fmla="val 25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59" name="Google Shape;351;p33"/>
            <p:cNvSpPr/>
            <p:nvPr/>
          </p:nvSpPr>
          <p:spPr>
            <a:xfrm>
              <a:off x="5818680" y="880560"/>
              <a:ext cx="827280" cy="827280"/>
            </a:xfrm>
            <a:prstGeom prst="ellipse">
              <a:avLst/>
            </a:prstGeom>
            <a:noFill/>
            <a:ln w="9525">
              <a:solidFill>
                <a:srgbClr val="FD875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0" name="Google Shape;352;p33"/>
          <p:cNvGrpSpPr/>
          <p:nvPr/>
        </p:nvGrpSpPr>
        <p:grpSpPr>
          <a:xfrm>
            <a:off x="5175720" y="1071000"/>
            <a:ext cx="163800" cy="3001320"/>
            <a:chOff x="5175720" y="1071000"/>
            <a:chExt cx="163800" cy="3001320"/>
          </a:xfrm>
        </p:grpSpPr>
        <p:cxnSp>
          <p:nvCxnSpPr>
            <p:cNvPr id="161" name="Google Shape;353;p33"/>
            <p:cNvCxnSpPr>
              <a:stCxn id="162" idx="2"/>
              <a:endCxn id="163" idx="0"/>
            </p:cNvCxnSpPr>
            <p:nvPr/>
          </p:nvCxnSpPr>
          <p:spPr>
            <a:xfrm>
              <a:off x="5259600" y="1230480"/>
              <a:ext cx="360" cy="1261800"/>
            </a:xfrm>
            <a:prstGeom prst="straightConnector1">
              <a:avLst/>
            </a:prstGeom>
            <a:ln w="9525">
              <a:solidFill>
                <a:srgbClr val="FFFFFF"/>
              </a:solidFill>
              <a:round/>
            </a:ln>
          </p:spPr>
        </p:cxnSp>
        <p:sp>
          <p:nvSpPr>
            <p:cNvPr id="162" name="Google Shape;354;p33"/>
            <p:cNvSpPr/>
            <p:nvPr/>
          </p:nvSpPr>
          <p:spPr>
            <a:xfrm>
              <a:off x="5180040" y="107100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 name="Google Shape;356;p33"/>
            <p:cNvSpPr/>
            <p:nvPr/>
          </p:nvSpPr>
          <p:spPr>
            <a:xfrm>
              <a:off x="5175720" y="391284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355;p33"/>
            <p:cNvSpPr/>
            <p:nvPr/>
          </p:nvSpPr>
          <p:spPr>
            <a:xfrm>
              <a:off x="5180040" y="249192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65" name="Google Shape;357;p33"/>
            <p:cNvCxnSpPr>
              <a:stCxn id="164" idx="0"/>
              <a:endCxn id="163" idx="2"/>
            </p:cNvCxnSpPr>
            <p:nvPr/>
          </p:nvCxnSpPr>
          <p:spPr>
            <a:xfrm flipV="1">
              <a:off x="5255280" y="2651400"/>
              <a:ext cx="4680" cy="1261800"/>
            </a:xfrm>
            <a:prstGeom prst="straightConnector1">
              <a:avLst/>
            </a:prstGeom>
            <a:ln w="9525">
              <a:solidFill>
                <a:srgbClr val="FFFFFF"/>
              </a:solidFill>
              <a:round/>
            </a:ln>
          </p:spPr>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PlaceHolder 3"/>
          <p:cNvSpPr>
            <a:spLocks noGrp="1"/>
          </p:cNvSpPr>
          <p:nvPr>
            <p:ph type="title"/>
          </p:nvPr>
        </p:nvSpPr>
        <p:spPr>
          <a:xfrm>
            <a:off x="2351593" y="261704"/>
            <a:ext cx="3452859" cy="520592"/>
          </a:xfrm>
          <a:prstGeom prst="rect">
            <a:avLst/>
          </a:prstGeom>
          <a:noFill/>
          <a:ln w="0">
            <a:noFill/>
          </a:ln>
        </p:spPr>
        <p:txBody>
          <a:bodyPr lIns="91440" tIns="91440" rIns="91440" bIns="91440" anchor="b">
            <a:normAutofit fontScale="90000"/>
          </a:bodyPr>
          <a:lstStyle/>
          <a:p>
            <a:pPr indent="0">
              <a:lnSpc>
                <a:spcPct val="90000"/>
              </a:lnSpc>
              <a:buNone/>
              <a:tabLst>
                <a:tab pos="0" algn="l"/>
              </a:tabLst>
            </a:pPr>
            <a:r>
              <a:rPr lang="en-US" sz="4800" b="1" u="none" strike="noStrike" dirty="0">
                <a:solidFill>
                  <a:schemeClr val="accent2"/>
                </a:solidFill>
                <a:effectLst/>
                <a:uFillTx/>
                <a:latin typeface="Poppins"/>
                <a:ea typeface="Poppins"/>
              </a:rPr>
              <a:t>Data Model</a:t>
            </a:r>
            <a:endParaRPr lang="fr-FR" sz="4800" b="0" u="none" strike="noStrike" dirty="0">
              <a:solidFill>
                <a:schemeClr val="dk1"/>
              </a:solidFill>
              <a:effectLst/>
              <a:uFillTx/>
              <a:latin typeface="Arial"/>
            </a:endParaRPr>
          </a:p>
        </p:txBody>
      </p:sp>
      <p:grpSp>
        <p:nvGrpSpPr>
          <p:cNvPr id="169" name="Google Shape;302;p32"/>
          <p:cNvGrpSpPr/>
          <p:nvPr/>
        </p:nvGrpSpPr>
        <p:grpSpPr>
          <a:xfrm>
            <a:off x="1501920" y="1063077"/>
            <a:ext cx="163800" cy="3001320"/>
            <a:chOff x="2328840" y="1071000"/>
            <a:chExt cx="163800" cy="3001320"/>
          </a:xfrm>
        </p:grpSpPr>
        <p:cxnSp>
          <p:nvCxnSpPr>
            <p:cNvPr id="170" name="Google Shape;303;p32"/>
            <p:cNvCxnSpPr>
              <a:stCxn id="171" idx="2"/>
              <a:endCxn id="172" idx="0"/>
            </p:cNvCxnSpPr>
            <p:nvPr/>
          </p:nvCxnSpPr>
          <p:spPr>
            <a:xfrm>
              <a:off x="2412720" y="1230480"/>
              <a:ext cx="360" cy="1261800"/>
            </a:xfrm>
            <a:prstGeom prst="straightConnector1">
              <a:avLst/>
            </a:prstGeom>
            <a:ln w="9525">
              <a:solidFill>
                <a:srgbClr val="FFFFFF"/>
              </a:solidFill>
              <a:round/>
            </a:ln>
          </p:spPr>
        </p:cxnSp>
        <p:sp>
          <p:nvSpPr>
            <p:cNvPr id="171" name="Google Shape;304;p32"/>
            <p:cNvSpPr/>
            <p:nvPr/>
          </p:nvSpPr>
          <p:spPr>
            <a:xfrm>
              <a:off x="2333160" y="107100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 name="Google Shape;306;p32"/>
            <p:cNvSpPr/>
            <p:nvPr/>
          </p:nvSpPr>
          <p:spPr>
            <a:xfrm>
              <a:off x="2328840" y="391284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 name="Google Shape;305;p32"/>
            <p:cNvSpPr/>
            <p:nvPr/>
          </p:nvSpPr>
          <p:spPr>
            <a:xfrm>
              <a:off x="2333160" y="249192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cxnSp>
          <p:nvCxnSpPr>
            <p:cNvPr id="174" name="Google Shape;307;p32"/>
            <p:cNvCxnSpPr>
              <a:stCxn id="173" idx="0"/>
              <a:endCxn id="172" idx="2"/>
            </p:cNvCxnSpPr>
            <p:nvPr/>
          </p:nvCxnSpPr>
          <p:spPr>
            <a:xfrm flipV="1">
              <a:off x="2408400" y="2651400"/>
              <a:ext cx="4680" cy="1261800"/>
            </a:xfrm>
            <a:prstGeom prst="straightConnector1">
              <a:avLst/>
            </a:prstGeom>
            <a:ln w="9525">
              <a:solidFill>
                <a:srgbClr val="FFFFFF"/>
              </a:solidFill>
              <a:round/>
            </a:ln>
          </p:spPr>
        </p:cxnSp>
      </p:grpSp>
      <p:grpSp>
        <p:nvGrpSpPr>
          <p:cNvPr id="175" name="Google Shape;308;p32"/>
          <p:cNvGrpSpPr/>
          <p:nvPr/>
        </p:nvGrpSpPr>
        <p:grpSpPr>
          <a:xfrm>
            <a:off x="7761960" y="1031400"/>
            <a:ext cx="1142640" cy="1309680"/>
            <a:chOff x="7761960" y="1031400"/>
            <a:chExt cx="1142640" cy="1309680"/>
          </a:xfrm>
        </p:grpSpPr>
        <p:grpSp>
          <p:nvGrpSpPr>
            <p:cNvPr id="176" name="Google Shape;309;p32"/>
            <p:cNvGrpSpPr/>
            <p:nvPr/>
          </p:nvGrpSpPr>
          <p:grpSpPr>
            <a:xfrm>
              <a:off x="7761960" y="1031400"/>
              <a:ext cx="1142640" cy="1309680"/>
              <a:chOff x="7761960" y="1031400"/>
              <a:chExt cx="1142640" cy="1309680"/>
            </a:xfrm>
          </p:grpSpPr>
          <p:sp>
            <p:nvSpPr>
              <p:cNvPr id="177" name="Google Shape;310;p32"/>
              <p:cNvSpPr/>
              <p:nvPr/>
            </p:nvSpPr>
            <p:spPr>
              <a:xfrm rot="988200">
                <a:off x="7901640" y="113076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 name="Google Shape;311;p32"/>
              <p:cNvSpPr/>
              <p:nvPr/>
            </p:nvSpPr>
            <p:spPr>
              <a:xfrm rot="988200">
                <a:off x="8101080" y="117756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 name="Google Shape;312;p32"/>
              <p:cNvSpPr/>
              <p:nvPr/>
            </p:nvSpPr>
            <p:spPr>
              <a:xfrm rot="988200">
                <a:off x="8039520" y="138636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0" name="Google Shape;313;p32"/>
            <p:cNvSpPr/>
            <p:nvPr/>
          </p:nvSpPr>
          <p:spPr>
            <a:xfrm rot="988200">
              <a:off x="7944840" y="118656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1" name="Google Shape;314;p32"/>
          <p:cNvGrpSpPr/>
          <p:nvPr/>
        </p:nvGrpSpPr>
        <p:grpSpPr>
          <a:xfrm>
            <a:off x="7194960" y="3795480"/>
            <a:ext cx="1422000" cy="1085040"/>
            <a:chOff x="7194960" y="3795480"/>
            <a:chExt cx="1422000" cy="1085040"/>
          </a:xfrm>
        </p:grpSpPr>
        <p:sp>
          <p:nvSpPr>
            <p:cNvPr id="182" name="Google Shape;315;p32"/>
            <p:cNvSpPr/>
            <p:nvPr/>
          </p:nvSpPr>
          <p:spPr>
            <a:xfrm rot="995400">
              <a:off x="7276680" y="39592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 name="Google Shape;316;p32"/>
            <p:cNvSpPr/>
            <p:nvPr/>
          </p:nvSpPr>
          <p:spPr>
            <a:xfrm rot="995400">
              <a:off x="7557840" y="412848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 name="Google Shape;317;p32"/>
            <p:cNvSpPr/>
            <p:nvPr/>
          </p:nvSpPr>
          <p:spPr>
            <a:xfrm rot="995400">
              <a:off x="7696440" y="412812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5" name="Google Shape;318;p32"/>
          <p:cNvGrpSpPr/>
          <p:nvPr/>
        </p:nvGrpSpPr>
        <p:grpSpPr>
          <a:xfrm>
            <a:off x="6615720" y="424080"/>
            <a:ext cx="862560" cy="862560"/>
            <a:chOff x="6615720" y="424080"/>
            <a:chExt cx="862560" cy="862560"/>
          </a:xfrm>
        </p:grpSpPr>
        <p:sp>
          <p:nvSpPr>
            <p:cNvPr id="186" name="Google Shape;319;p32"/>
            <p:cNvSpPr/>
            <p:nvPr/>
          </p:nvSpPr>
          <p:spPr>
            <a:xfrm>
              <a:off x="6615720" y="424080"/>
              <a:ext cx="862560" cy="862560"/>
            </a:xfrm>
            <a:prstGeom prst="ellipse">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 name="Google Shape;320;p32"/>
            <p:cNvSpPr/>
            <p:nvPr/>
          </p:nvSpPr>
          <p:spPr>
            <a:xfrm>
              <a:off x="6713640" y="522000"/>
              <a:ext cx="666720" cy="666720"/>
            </a:xfrm>
            <a:prstGeom prst="star8">
              <a:avLst>
                <a:gd name="adj" fmla="val 12130"/>
              </a:avLst>
            </a:prstGeom>
            <a:solidFill>
              <a:schemeClr val="accent2"/>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8" name="Google Shape;321;p32"/>
          <p:cNvGrpSpPr/>
          <p:nvPr/>
        </p:nvGrpSpPr>
        <p:grpSpPr>
          <a:xfrm>
            <a:off x="6557760" y="3124440"/>
            <a:ext cx="978120" cy="979560"/>
            <a:chOff x="6557760" y="3124440"/>
            <a:chExt cx="978120" cy="979560"/>
          </a:xfrm>
        </p:grpSpPr>
        <p:sp>
          <p:nvSpPr>
            <p:cNvPr id="189" name="Google Shape;322;p32"/>
            <p:cNvSpPr/>
            <p:nvPr/>
          </p:nvSpPr>
          <p:spPr>
            <a:xfrm>
              <a:off x="6557760" y="312444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0" name="Google Shape;323;p32"/>
            <p:cNvSpPr/>
            <p:nvPr/>
          </p:nvSpPr>
          <p:spPr>
            <a:xfrm>
              <a:off x="6720480" y="328752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1" name="Google Shape;324;p32"/>
          <p:cNvGrpSpPr/>
          <p:nvPr/>
        </p:nvGrpSpPr>
        <p:grpSpPr>
          <a:xfrm>
            <a:off x="6419160" y="1307880"/>
            <a:ext cx="2079000" cy="1320120"/>
            <a:chOff x="6419160" y="1307880"/>
            <a:chExt cx="2079000" cy="1320120"/>
          </a:xfrm>
        </p:grpSpPr>
        <p:sp>
          <p:nvSpPr>
            <p:cNvPr id="192" name="Google Shape;325;p32"/>
            <p:cNvSpPr/>
            <p:nvPr/>
          </p:nvSpPr>
          <p:spPr>
            <a:xfrm rot="1477800">
              <a:off x="6432120" y="1712160"/>
              <a:ext cx="2052720" cy="51120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 name="Google Shape;326;p32"/>
            <p:cNvSpPr/>
            <p:nvPr/>
          </p:nvSpPr>
          <p:spPr>
            <a:xfrm rot="1477800">
              <a:off x="7247160" y="1756800"/>
              <a:ext cx="422640" cy="422640"/>
            </a:xfrm>
            <a:prstGeom prst="star4">
              <a:avLst>
                <a:gd name="adj" fmla="val 20529"/>
              </a:avLst>
            </a:prstGeom>
            <a:solidFill>
              <a:schemeClr val="accent1"/>
            </a:soli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 name="Google Shape;327;p32"/>
            <p:cNvSpPr/>
            <p:nvPr/>
          </p:nvSpPr>
          <p:spPr>
            <a:xfrm rot="1477800">
              <a:off x="6862680" y="1580400"/>
              <a:ext cx="422640" cy="422640"/>
            </a:xfrm>
            <a:prstGeom prst="star4">
              <a:avLst>
                <a:gd name="adj" fmla="val 20529"/>
              </a:avLst>
            </a:prstGeom>
            <a:solidFill>
              <a:schemeClr val="accent1"/>
            </a:soli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 name="Google Shape;328;p32"/>
            <p:cNvSpPr/>
            <p:nvPr/>
          </p:nvSpPr>
          <p:spPr>
            <a:xfrm rot="1477800">
              <a:off x="7631640" y="1932840"/>
              <a:ext cx="422640" cy="422640"/>
            </a:xfrm>
            <a:prstGeom prst="star4">
              <a:avLst>
                <a:gd name="adj" fmla="val 20529"/>
              </a:avLst>
            </a:prstGeom>
            <a:solidFill>
              <a:schemeClr val="accent1"/>
            </a:soli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6" name="Google Shape;329;p32"/>
          <p:cNvGrpSpPr/>
          <p:nvPr/>
        </p:nvGrpSpPr>
        <p:grpSpPr>
          <a:xfrm>
            <a:off x="6918840" y="2341440"/>
            <a:ext cx="1136160" cy="1019160"/>
            <a:chOff x="6918840" y="2341440"/>
            <a:chExt cx="1136160" cy="1019160"/>
          </a:xfrm>
        </p:grpSpPr>
        <p:grpSp>
          <p:nvGrpSpPr>
            <p:cNvPr id="197" name="Google Shape;330;p32"/>
            <p:cNvGrpSpPr/>
            <p:nvPr/>
          </p:nvGrpSpPr>
          <p:grpSpPr>
            <a:xfrm>
              <a:off x="6918840" y="2341440"/>
              <a:ext cx="1136160" cy="1019160"/>
              <a:chOff x="6918840" y="2341440"/>
              <a:chExt cx="1136160" cy="1019160"/>
            </a:xfrm>
          </p:grpSpPr>
          <p:sp>
            <p:nvSpPr>
              <p:cNvPr id="198" name="Google Shape;331;p32"/>
              <p:cNvSpPr/>
              <p:nvPr/>
            </p:nvSpPr>
            <p:spPr>
              <a:xfrm>
                <a:off x="6918840" y="2341440"/>
                <a:ext cx="1136160" cy="1019160"/>
              </a:xfrm>
              <a:prstGeom prst="roundRect">
                <a:avLst>
                  <a:gd name="adj" fmla="val 16667"/>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9" name="Google Shape;332;p32"/>
              <p:cNvSpPr/>
              <p:nvPr/>
            </p:nvSpPr>
            <p:spPr>
              <a:xfrm>
                <a:off x="7135560" y="2499480"/>
                <a:ext cx="703080" cy="703080"/>
              </a:xfrm>
              <a:prstGeom prst="blockArc">
                <a:avLst>
                  <a:gd name="adj1" fmla="val 10800000"/>
                  <a:gd name="adj2" fmla="val 0"/>
                  <a:gd name="adj3" fmla="val 25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00" name="Google Shape;333;p32"/>
            <p:cNvSpPr/>
            <p:nvPr/>
          </p:nvSpPr>
          <p:spPr>
            <a:xfrm>
              <a:off x="7073280" y="2437560"/>
              <a:ext cx="827280" cy="827280"/>
            </a:xfrm>
            <a:prstGeom prst="ellipse">
              <a:avLst/>
            </a:prstGeom>
            <a:noFill/>
            <a:ln w="9525">
              <a:solidFill>
                <a:srgbClr val="FD875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pic>
        <p:nvPicPr>
          <p:cNvPr id="5" name="Picture 4">
            <a:extLst>
              <a:ext uri="{FF2B5EF4-FFF2-40B4-BE49-F238E27FC236}">
                <a16:creationId xmlns:a16="http://schemas.microsoft.com/office/drawing/2014/main" id="{61DA9E9E-AD9F-4C2D-A9E4-BBEF41A7C6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9227" y="983668"/>
            <a:ext cx="4292836" cy="361418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2"/>
          <p:cNvSpPr>
            <a:spLocks noGrp="1"/>
          </p:cNvSpPr>
          <p:nvPr>
            <p:ph type="title"/>
          </p:nvPr>
        </p:nvSpPr>
        <p:spPr>
          <a:xfrm>
            <a:off x="2492874" y="386997"/>
            <a:ext cx="2525917" cy="53460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000" b="1" dirty="0">
                <a:solidFill>
                  <a:schemeClr val="accent2"/>
                </a:solidFill>
                <a:latin typeface="Poppins"/>
              </a:rPr>
              <a:t>Table View</a:t>
            </a:r>
            <a:endParaRPr lang="fr-FR" sz="3000" b="0" u="none" strike="noStrike" dirty="0">
              <a:solidFill>
                <a:schemeClr val="dk1"/>
              </a:solidFill>
              <a:effectLst/>
              <a:uFillTx/>
              <a:latin typeface="Arial"/>
            </a:endParaRPr>
          </a:p>
        </p:txBody>
      </p:sp>
      <p:pic>
        <p:nvPicPr>
          <p:cNvPr id="8" name="Picture 7">
            <a:extLst>
              <a:ext uri="{FF2B5EF4-FFF2-40B4-BE49-F238E27FC236}">
                <a16:creationId xmlns:a16="http://schemas.microsoft.com/office/drawing/2014/main" id="{4B009F04-F343-459B-A0B4-FCC75A5F2E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451" y="1613437"/>
            <a:ext cx="1829055" cy="1514686"/>
          </a:xfrm>
          <a:prstGeom prst="rect">
            <a:avLst/>
          </a:prstGeom>
        </p:spPr>
      </p:pic>
      <p:pic>
        <p:nvPicPr>
          <p:cNvPr id="10" name="Picture 9">
            <a:extLst>
              <a:ext uri="{FF2B5EF4-FFF2-40B4-BE49-F238E27FC236}">
                <a16:creationId xmlns:a16="http://schemas.microsoft.com/office/drawing/2014/main" id="{6F0FB022-ABBA-48B6-9F8E-743906E903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6461" y="1228283"/>
            <a:ext cx="5020376" cy="3505689"/>
          </a:xfrm>
          <a:prstGeom prst="rect">
            <a:avLst/>
          </a:prstGeom>
        </p:spPr>
      </p:pic>
      <p:grpSp>
        <p:nvGrpSpPr>
          <p:cNvPr id="203" name="Google Shape;364;p34"/>
          <p:cNvGrpSpPr/>
          <p:nvPr/>
        </p:nvGrpSpPr>
        <p:grpSpPr>
          <a:xfrm>
            <a:off x="7017539" y="409528"/>
            <a:ext cx="1012025" cy="979560"/>
            <a:chOff x="6651127" y="541363"/>
            <a:chExt cx="1012025" cy="979560"/>
          </a:xfrm>
        </p:grpSpPr>
        <p:sp>
          <p:nvSpPr>
            <p:cNvPr id="204" name="Google Shape;365;p34"/>
            <p:cNvSpPr/>
            <p:nvPr/>
          </p:nvSpPr>
          <p:spPr>
            <a:xfrm>
              <a:off x="6685032" y="541363"/>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05" name="Google Shape;366;p34"/>
            <p:cNvSpPr/>
            <p:nvPr/>
          </p:nvSpPr>
          <p:spPr>
            <a:xfrm>
              <a:off x="6651127" y="857996"/>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dirty="0">
                <a:solidFill>
                  <a:srgbClr val="FFFFFF"/>
                </a:solidFill>
                <a:effectLst/>
                <a:uFillTx/>
                <a:latin typeface="OpenSymbol"/>
              </a:endParaRPr>
            </a:p>
          </p:txBody>
        </p:sp>
      </p:grpSp>
      <p:grpSp>
        <p:nvGrpSpPr>
          <p:cNvPr id="206" name="Google Shape;367;p34"/>
          <p:cNvGrpSpPr/>
          <p:nvPr/>
        </p:nvGrpSpPr>
        <p:grpSpPr>
          <a:xfrm>
            <a:off x="7692772" y="929445"/>
            <a:ext cx="1142640" cy="1309680"/>
            <a:chOff x="7326360" y="1061280"/>
            <a:chExt cx="1142640" cy="1309680"/>
          </a:xfrm>
        </p:grpSpPr>
        <p:grpSp>
          <p:nvGrpSpPr>
            <p:cNvPr id="207" name="Google Shape;368;p34"/>
            <p:cNvGrpSpPr/>
            <p:nvPr/>
          </p:nvGrpSpPr>
          <p:grpSpPr>
            <a:xfrm>
              <a:off x="7326360" y="1061280"/>
              <a:ext cx="1142640" cy="1309680"/>
              <a:chOff x="7326360" y="1061280"/>
              <a:chExt cx="1142640" cy="1309680"/>
            </a:xfrm>
          </p:grpSpPr>
          <p:sp>
            <p:nvSpPr>
              <p:cNvPr id="208"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11"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12" name="Google Shape;373;p34"/>
          <p:cNvGrpSpPr/>
          <p:nvPr/>
        </p:nvGrpSpPr>
        <p:grpSpPr>
          <a:xfrm>
            <a:off x="7300732" y="215925"/>
            <a:ext cx="966240" cy="1371240"/>
            <a:chOff x="6934320" y="347760"/>
            <a:chExt cx="966240" cy="1371240"/>
          </a:xfrm>
        </p:grpSpPr>
        <p:sp>
          <p:nvSpPr>
            <p:cNvPr id="213"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dirty="0">
                <a:solidFill>
                  <a:srgbClr val="FFFFFF"/>
                </a:solidFill>
                <a:effectLst/>
                <a:uFillTx/>
                <a:latin typeface="OpenSymbol"/>
              </a:endParaRPr>
            </a:p>
          </p:txBody>
        </p:sp>
        <p:sp>
          <p:nvSpPr>
            <p:cNvPr id="215"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2294561" y="450297"/>
            <a:ext cx="2677320" cy="5785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Table View</a:t>
            </a:r>
            <a:endParaRPr lang="fr-FR" sz="3000" b="0" u="none" strike="noStrike" dirty="0">
              <a:solidFill>
                <a:schemeClr val="dk1"/>
              </a:solidFill>
              <a:effectLst/>
              <a:uFillTx/>
              <a:latin typeface="Arial"/>
            </a:endParaRPr>
          </a:p>
        </p:txBody>
      </p:sp>
      <p:grpSp>
        <p:nvGrpSpPr>
          <p:cNvPr id="230" name="Google Shape;352;p33"/>
          <p:cNvGrpSpPr/>
          <p:nvPr/>
        </p:nvGrpSpPr>
        <p:grpSpPr>
          <a:xfrm>
            <a:off x="3869389" y="1373815"/>
            <a:ext cx="163800" cy="3001320"/>
            <a:chOff x="5175720" y="1071000"/>
            <a:chExt cx="163800" cy="3001320"/>
          </a:xfrm>
        </p:grpSpPr>
        <p:cxnSp>
          <p:nvCxnSpPr>
            <p:cNvPr id="231" name="Google Shape;353;p33"/>
            <p:cNvCxnSpPr>
              <a:stCxn id="232" idx="2"/>
              <a:endCxn id="233" idx="0"/>
            </p:cNvCxnSpPr>
            <p:nvPr/>
          </p:nvCxnSpPr>
          <p:spPr>
            <a:xfrm>
              <a:off x="5259600" y="1230480"/>
              <a:ext cx="360" cy="1261800"/>
            </a:xfrm>
            <a:prstGeom prst="straightConnector1">
              <a:avLst/>
            </a:prstGeom>
            <a:ln w="9525">
              <a:solidFill>
                <a:srgbClr val="FFFFFF"/>
              </a:solidFill>
              <a:round/>
            </a:ln>
          </p:spPr>
        </p:cxnSp>
        <p:sp>
          <p:nvSpPr>
            <p:cNvPr id="232" name="Google Shape;354;p33"/>
            <p:cNvSpPr/>
            <p:nvPr/>
          </p:nvSpPr>
          <p:spPr>
            <a:xfrm>
              <a:off x="5180040" y="107100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 name="Google Shape;356;p33"/>
            <p:cNvSpPr/>
            <p:nvPr/>
          </p:nvSpPr>
          <p:spPr>
            <a:xfrm>
              <a:off x="5175720" y="391284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 name="Google Shape;355;p33"/>
            <p:cNvSpPr/>
            <p:nvPr/>
          </p:nvSpPr>
          <p:spPr>
            <a:xfrm>
              <a:off x="5180040" y="249192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235" name="Google Shape;357;p33"/>
            <p:cNvCxnSpPr>
              <a:stCxn id="234" idx="0"/>
              <a:endCxn id="233" idx="2"/>
            </p:cNvCxnSpPr>
            <p:nvPr/>
          </p:nvCxnSpPr>
          <p:spPr>
            <a:xfrm flipV="1">
              <a:off x="5255280" y="2651400"/>
              <a:ext cx="4680" cy="1261800"/>
            </a:xfrm>
            <a:prstGeom prst="straightConnector1">
              <a:avLst/>
            </a:prstGeom>
            <a:ln w="9525">
              <a:solidFill>
                <a:srgbClr val="FFFFFF"/>
              </a:solidFill>
              <a:round/>
            </a:ln>
          </p:spPr>
        </p:cxnSp>
      </p:grpSp>
      <p:pic>
        <p:nvPicPr>
          <p:cNvPr id="8" name="Picture 7">
            <a:extLst>
              <a:ext uri="{FF2B5EF4-FFF2-40B4-BE49-F238E27FC236}">
                <a16:creationId xmlns:a16="http://schemas.microsoft.com/office/drawing/2014/main" id="{101590E4-6FF3-4169-93E3-DE806DBF2A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440" y="1112635"/>
            <a:ext cx="3496163" cy="3591426"/>
          </a:xfrm>
          <a:prstGeom prst="rect">
            <a:avLst/>
          </a:prstGeom>
        </p:spPr>
      </p:pic>
      <p:pic>
        <p:nvPicPr>
          <p:cNvPr id="10" name="Picture 9">
            <a:extLst>
              <a:ext uri="{FF2B5EF4-FFF2-40B4-BE49-F238E27FC236}">
                <a16:creationId xmlns:a16="http://schemas.microsoft.com/office/drawing/2014/main" id="{13716C5A-F5ED-48ED-B454-13AFC73738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6002" y="1112635"/>
            <a:ext cx="3219638" cy="3613035"/>
          </a:xfrm>
          <a:prstGeom prst="rect">
            <a:avLst/>
          </a:prstGeom>
        </p:spPr>
      </p:pic>
      <p:grpSp>
        <p:nvGrpSpPr>
          <p:cNvPr id="219" name="Google Shape;341;p33"/>
          <p:cNvGrpSpPr/>
          <p:nvPr/>
        </p:nvGrpSpPr>
        <p:grpSpPr>
          <a:xfrm>
            <a:off x="7644959" y="1373815"/>
            <a:ext cx="862560" cy="862560"/>
            <a:chOff x="7566840" y="3676680"/>
            <a:chExt cx="862560" cy="862560"/>
          </a:xfrm>
        </p:grpSpPr>
        <p:sp>
          <p:nvSpPr>
            <p:cNvPr id="220" name="Google Shape;342;p33"/>
            <p:cNvSpPr/>
            <p:nvPr/>
          </p:nvSpPr>
          <p:spPr>
            <a:xfrm>
              <a:off x="7566840" y="3676680"/>
              <a:ext cx="862560" cy="862560"/>
            </a:xfrm>
            <a:prstGeom prst="ellipse">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1" name="Google Shape;343;p33"/>
            <p:cNvSpPr/>
            <p:nvPr/>
          </p:nvSpPr>
          <p:spPr>
            <a:xfrm>
              <a:off x="7664760" y="3774960"/>
              <a:ext cx="666720" cy="666720"/>
            </a:xfrm>
            <a:prstGeom prst="star8">
              <a:avLst>
                <a:gd name="adj" fmla="val 12130"/>
              </a:avLst>
            </a:prstGeom>
            <a:solidFill>
              <a:schemeClr val="accent2"/>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22" name="Google Shape;344;p33"/>
          <p:cNvGrpSpPr/>
          <p:nvPr/>
        </p:nvGrpSpPr>
        <p:grpSpPr>
          <a:xfrm>
            <a:off x="7302419" y="622855"/>
            <a:ext cx="978120" cy="979560"/>
            <a:chOff x="6303960" y="347760"/>
            <a:chExt cx="978120" cy="979560"/>
          </a:xfrm>
        </p:grpSpPr>
        <p:sp>
          <p:nvSpPr>
            <p:cNvPr id="223" name="Google Shape;345;p33"/>
            <p:cNvSpPr/>
            <p:nvPr/>
          </p:nvSpPr>
          <p:spPr>
            <a:xfrm>
              <a:off x="6303960" y="34776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24" name="Google Shape;346;p33"/>
            <p:cNvSpPr/>
            <p:nvPr/>
          </p:nvSpPr>
          <p:spPr>
            <a:xfrm>
              <a:off x="6466320" y="5108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25" name="Google Shape;347;p33"/>
          <p:cNvGrpSpPr/>
          <p:nvPr/>
        </p:nvGrpSpPr>
        <p:grpSpPr>
          <a:xfrm>
            <a:off x="7763400" y="654660"/>
            <a:ext cx="1136160" cy="1019160"/>
            <a:chOff x="5664240" y="784440"/>
            <a:chExt cx="1136160" cy="1019160"/>
          </a:xfrm>
        </p:grpSpPr>
        <p:grpSp>
          <p:nvGrpSpPr>
            <p:cNvPr id="226" name="Google Shape;348;p33"/>
            <p:cNvGrpSpPr/>
            <p:nvPr/>
          </p:nvGrpSpPr>
          <p:grpSpPr>
            <a:xfrm>
              <a:off x="5664240" y="784440"/>
              <a:ext cx="1136160" cy="1019160"/>
              <a:chOff x="5664240" y="784440"/>
              <a:chExt cx="1136160" cy="1019160"/>
            </a:xfrm>
          </p:grpSpPr>
          <p:sp>
            <p:nvSpPr>
              <p:cNvPr id="227" name="Google Shape;349;p33"/>
              <p:cNvSpPr/>
              <p:nvPr/>
            </p:nvSpPr>
            <p:spPr>
              <a:xfrm>
                <a:off x="5664240" y="784440"/>
                <a:ext cx="1136160" cy="1019160"/>
              </a:xfrm>
              <a:prstGeom prst="roundRect">
                <a:avLst>
                  <a:gd name="adj" fmla="val 16667"/>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 name="Google Shape;350;p33"/>
              <p:cNvSpPr/>
              <p:nvPr/>
            </p:nvSpPr>
            <p:spPr>
              <a:xfrm>
                <a:off x="5880960" y="942480"/>
                <a:ext cx="703080" cy="703080"/>
              </a:xfrm>
              <a:prstGeom prst="blockArc">
                <a:avLst>
                  <a:gd name="adj1" fmla="val 10800000"/>
                  <a:gd name="adj2" fmla="val 0"/>
                  <a:gd name="adj3" fmla="val 25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29" name="Google Shape;351;p33"/>
            <p:cNvSpPr/>
            <p:nvPr/>
          </p:nvSpPr>
          <p:spPr>
            <a:xfrm>
              <a:off x="5818680" y="880560"/>
              <a:ext cx="827280" cy="827280"/>
            </a:xfrm>
            <a:prstGeom prst="ellipse">
              <a:avLst/>
            </a:prstGeom>
            <a:noFill/>
            <a:ln w="9525">
              <a:solidFill>
                <a:srgbClr val="FD875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2294561" y="450297"/>
            <a:ext cx="2677320" cy="5785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Table View</a:t>
            </a:r>
            <a:endParaRPr lang="fr-FR" sz="3000" b="0" u="none" strike="noStrike" dirty="0">
              <a:solidFill>
                <a:schemeClr val="dk1"/>
              </a:solidFill>
              <a:effectLst/>
              <a:uFillTx/>
              <a:latin typeface="Arial"/>
            </a:endParaRPr>
          </a:p>
        </p:txBody>
      </p:sp>
      <p:grpSp>
        <p:nvGrpSpPr>
          <p:cNvPr id="230" name="Google Shape;352;p33"/>
          <p:cNvGrpSpPr/>
          <p:nvPr/>
        </p:nvGrpSpPr>
        <p:grpSpPr>
          <a:xfrm>
            <a:off x="4042584" y="1373815"/>
            <a:ext cx="163800" cy="3001320"/>
            <a:chOff x="5175720" y="1071000"/>
            <a:chExt cx="163800" cy="3001320"/>
          </a:xfrm>
        </p:grpSpPr>
        <p:cxnSp>
          <p:nvCxnSpPr>
            <p:cNvPr id="231" name="Google Shape;353;p33"/>
            <p:cNvCxnSpPr>
              <a:stCxn id="232" idx="2"/>
              <a:endCxn id="233" idx="0"/>
            </p:cNvCxnSpPr>
            <p:nvPr/>
          </p:nvCxnSpPr>
          <p:spPr>
            <a:xfrm>
              <a:off x="5259600" y="1230480"/>
              <a:ext cx="360" cy="1261800"/>
            </a:xfrm>
            <a:prstGeom prst="straightConnector1">
              <a:avLst/>
            </a:prstGeom>
            <a:ln w="9525">
              <a:solidFill>
                <a:srgbClr val="FFFFFF"/>
              </a:solidFill>
              <a:round/>
            </a:ln>
          </p:spPr>
        </p:cxnSp>
        <p:sp>
          <p:nvSpPr>
            <p:cNvPr id="232" name="Google Shape;354;p33"/>
            <p:cNvSpPr/>
            <p:nvPr/>
          </p:nvSpPr>
          <p:spPr>
            <a:xfrm>
              <a:off x="5180040" y="107100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 name="Google Shape;356;p33"/>
            <p:cNvSpPr/>
            <p:nvPr/>
          </p:nvSpPr>
          <p:spPr>
            <a:xfrm>
              <a:off x="5175720" y="391284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 name="Google Shape;355;p33"/>
            <p:cNvSpPr/>
            <p:nvPr/>
          </p:nvSpPr>
          <p:spPr>
            <a:xfrm>
              <a:off x="5180040" y="2491920"/>
              <a:ext cx="159480" cy="159480"/>
            </a:xfrm>
            <a:prstGeom prst="star4">
              <a:avLst>
                <a:gd name="adj" fmla="val 20529"/>
              </a:avLst>
            </a:prstGeom>
            <a:solidFill>
              <a:schemeClr val="accent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235" name="Google Shape;357;p33"/>
            <p:cNvCxnSpPr>
              <a:stCxn id="234" idx="0"/>
              <a:endCxn id="233" idx="2"/>
            </p:cNvCxnSpPr>
            <p:nvPr/>
          </p:nvCxnSpPr>
          <p:spPr>
            <a:xfrm flipV="1">
              <a:off x="5255280" y="2651400"/>
              <a:ext cx="4680" cy="1261800"/>
            </a:xfrm>
            <a:prstGeom prst="straightConnector1">
              <a:avLst/>
            </a:prstGeom>
            <a:ln w="9525">
              <a:solidFill>
                <a:srgbClr val="FFFFFF"/>
              </a:solidFill>
              <a:round/>
            </a:ln>
          </p:spPr>
        </p:cxnSp>
      </p:grpSp>
      <p:pic>
        <p:nvPicPr>
          <p:cNvPr id="3" name="Picture 2">
            <a:extLst>
              <a:ext uri="{FF2B5EF4-FFF2-40B4-BE49-F238E27FC236}">
                <a16:creationId xmlns:a16="http://schemas.microsoft.com/office/drawing/2014/main" id="{CE25151F-52C1-459D-A069-956781E348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12" y="1373815"/>
            <a:ext cx="3885232" cy="3051415"/>
          </a:xfrm>
          <a:prstGeom prst="rect">
            <a:avLst/>
          </a:prstGeom>
        </p:spPr>
      </p:pic>
      <p:pic>
        <p:nvPicPr>
          <p:cNvPr id="5" name="Picture 4">
            <a:extLst>
              <a:ext uri="{FF2B5EF4-FFF2-40B4-BE49-F238E27FC236}">
                <a16:creationId xmlns:a16="http://schemas.microsoft.com/office/drawing/2014/main" id="{BA2AA1D9-9560-4BF5-876C-F85CEFB0D2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8321" y="1373815"/>
            <a:ext cx="3228542" cy="3051415"/>
          </a:xfrm>
          <a:prstGeom prst="rect">
            <a:avLst/>
          </a:prstGeom>
        </p:spPr>
      </p:pic>
      <p:grpSp>
        <p:nvGrpSpPr>
          <p:cNvPr id="219" name="Google Shape;341;p33"/>
          <p:cNvGrpSpPr/>
          <p:nvPr/>
        </p:nvGrpSpPr>
        <p:grpSpPr>
          <a:xfrm>
            <a:off x="7644959" y="1373815"/>
            <a:ext cx="862560" cy="862560"/>
            <a:chOff x="7566840" y="3676680"/>
            <a:chExt cx="862560" cy="862560"/>
          </a:xfrm>
        </p:grpSpPr>
        <p:sp>
          <p:nvSpPr>
            <p:cNvPr id="220" name="Google Shape;342;p33"/>
            <p:cNvSpPr/>
            <p:nvPr/>
          </p:nvSpPr>
          <p:spPr>
            <a:xfrm>
              <a:off x="7566840" y="3676680"/>
              <a:ext cx="862560" cy="862560"/>
            </a:xfrm>
            <a:prstGeom prst="ellipse">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1" name="Google Shape;343;p33"/>
            <p:cNvSpPr/>
            <p:nvPr/>
          </p:nvSpPr>
          <p:spPr>
            <a:xfrm>
              <a:off x="7664760" y="3774960"/>
              <a:ext cx="666720" cy="666720"/>
            </a:xfrm>
            <a:prstGeom prst="star8">
              <a:avLst>
                <a:gd name="adj" fmla="val 12130"/>
              </a:avLst>
            </a:prstGeom>
            <a:solidFill>
              <a:schemeClr val="accent2"/>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22" name="Google Shape;344;p33"/>
          <p:cNvGrpSpPr/>
          <p:nvPr/>
        </p:nvGrpSpPr>
        <p:grpSpPr>
          <a:xfrm>
            <a:off x="7302419" y="622855"/>
            <a:ext cx="978120" cy="979560"/>
            <a:chOff x="6303960" y="347760"/>
            <a:chExt cx="978120" cy="979560"/>
          </a:xfrm>
        </p:grpSpPr>
        <p:sp>
          <p:nvSpPr>
            <p:cNvPr id="223" name="Google Shape;345;p33"/>
            <p:cNvSpPr/>
            <p:nvPr/>
          </p:nvSpPr>
          <p:spPr>
            <a:xfrm>
              <a:off x="6303960" y="34776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24" name="Google Shape;346;p33"/>
            <p:cNvSpPr/>
            <p:nvPr/>
          </p:nvSpPr>
          <p:spPr>
            <a:xfrm>
              <a:off x="6466320" y="5108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25" name="Google Shape;347;p33"/>
          <p:cNvGrpSpPr/>
          <p:nvPr/>
        </p:nvGrpSpPr>
        <p:grpSpPr>
          <a:xfrm>
            <a:off x="7763400" y="654660"/>
            <a:ext cx="1136160" cy="1019160"/>
            <a:chOff x="5664240" y="784440"/>
            <a:chExt cx="1136160" cy="1019160"/>
          </a:xfrm>
        </p:grpSpPr>
        <p:grpSp>
          <p:nvGrpSpPr>
            <p:cNvPr id="226" name="Google Shape;348;p33"/>
            <p:cNvGrpSpPr/>
            <p:nvPr/>
          </p:nvGrpSpPr>
          <p:grpSpPr>
            <a:xfrm>
              <a:off x="5664240" y="784440"/>
              <a:ext cx="1136160" cy="1019160"/>
              <a:chOff x="5664240" y="784440"/>
              <a:chExt cx="1136160" cy="1019160"/>
            </a:xfrm>
          </p:grpSpPr>
          <p:sp>
            <p:nvSpPr>
              <p:cNvPr id="227" name="Google Shape;349;p33"/>
              <p:cNvSpPr/>
              <p:nvPr/>
            </p:nvSpPr>
            <p:spPr>
              <a:xfrm>
                <a:off x="5664240" y="784440"/>
                <a:ext cx="1136160" cy="1019160"/>
              </a:xfrm>
              <a:prstGeom prst="roundRect">
                <a:avLst>
                  <a:gd name="adj" fmla="val 16667"/>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 name="Google Shape;350;p33"/>
              <p:cNvSpPr/>
              <p:nvPr/>
            </p:nvSpPr>
            <p:spPr>
              <a:xfrm>
                <a:off x="5880960" y="942480"/>
                <a:ext cx="703080" cy="703080"/>
              </a:xfrm>
              <a:prstGeom prst="blockArc">
                <a:avLst>
                  <a:gd name="adj1" fmla="val 10800000"/>
                  <a:gd name="adj2" fmla="val 0"/>
                  <a:gd name="adj3" fmla="val 25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29" name="Google Shape;351;p33"/>
            <p:cNvSpPr/>
            <p:nvPr/>
          </p:nvSpPr>
          <p:spPr>
            <a:xfrm>
              <a:off x="5818680" y="880560"/>
              <a:ext cx="827280" cy="827280"/>
            </a:xfrm>
            <a:prstGeom prst="ellipse">
              <a:avLst/>
            </a:prstGeom>
            <a:noFill/>
            <a:ln w="9525">
              <a:solidFill>
                <a:srgbClr val="FD875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extLst>
      <p:ext uri="{BB962C8B-B14F-4D97-AF65-F5344CB8AC3E}">
        <p14:creationId xmlns:p14="http://schemas.microsoft.com/office/powerpoint/2010/main" val="331912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PlaceHolder 2"/>
          <p:cNvSpPr>
            <a:spLocks noGrp="1"/>
          </p:cNvSpPr>
          <p:nvPr>
            <p:ph type="title"/>
          </p:nvPr>
        </p:nvSpPr>
        <p:spPr>
          <a:xfrm>
            <a:off x="424026" y="385020"/>
            <a:ext cx="6855969" cy="13521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1. What is the total revenue generated by the platform?</a:t>
            </a:r>
            <a:endParaRPr lang="fr-FR" sz="3000" b="0" u="none" strike="noStrike" dirty="0">
              <a:solidFill>
                <a:schemeClr val="dk1"/>
              </a:solidFill>
              <a:effectLst/>
              <a:uFillTx/>
              <a:latin typeface="Arial"/>
            </a:endParaRPr>
          </a:p>
        </p:txBody>
      </p:sp>
      <p:grpSp>
        <p:nvGrpSpPr>
          <p:cNvPr id="238" name="Google Shape;364;p34"/>
          <p:cNvGrpSpPr/>
          <p:nvPr/>
        </p:nvGrpSpPr>
        <p:grpSpPr>
          <a:xfrm>
            <a:off x="7752510" y="503717"/>
            <a:ext cx="978120" cy="979560"/>
            <a:chOff x="5004720" y="543600"/>
            <a:chExt cx="978120" cy="979560"/>
          </a:xfrm>
        </p:grpSpPr>
        <p:sp>
          <p:nvSpPr>
            <p:cNvPr id="239" name="Google Shape;365;p34"/>
            <p:cNvSpPr/>
            <p:nvPr/>
          </p:nvSpPr>
          <p:spPr>
            <a:xfrm>
              <a:off x="5004720" y="5436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40" name="Google Shape;366;p34"/>
            <p:cNvSpPr/>
            <p:nvPr/>
          </p:nvSpPr>
          <p:spPr>
            <a:xfrm>
              <a:off x="5167080" y="7070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1" name="Google Shape;367;p34"/>
          <p:cNvGrpSpPr/>
          <p:nvPr/>
        </p:nvGrpSpPr>
        <p:grpSpPr>
          <a:xfrm>
            <a:off x="7326360" y="1061280"/>
            <a:ext cx="1142640" cy="1309680"/>
            <a:chOff x="7326360" y="1061280"/>
            <a:chExt cx="1142640" cy="1309680"/>
          </a:xfrm>
        </p:grpSpPr>
        <p:grpSp>
          <p:nvGrpSpPr>
            <p:cNvPr id="242" name="Google Shape;368;p34"/>
            <p:cNvGrpSpPr/>
            <p:nvPr/>
          </p:nvGrpSpPr>
          <p:grpSpPr>
            <a:xfrm>
              <a:off x="7326360" y="1061280"/>
              <a:ext cx="1142640" cy="1309680"/>
              <a:chOff x="7326360" y="1061280"/>
              <a:chExt cx="1142640" cy="1309680"/>
            </a:xfrm>
          </p:grpSpPr>
          <p:sp>
            <p:nvSpPr>
              <p:cNvPr id="243"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46"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7" name="Google Shape;373;p34"/>
          <p:cNvGrpSpPr/>
          <p:nvPr/>
        </p:nvGrpSpPr>
        <p:grpSpPr>
          <a:xfrm>
            <a:off x="6934320" y="347760"/>
            <a:ext cx="966240" cy="1371240"/>
            <a:chOff x="6934320" y="347760"/>
            <a:chExt cx="966240" cy="1371240"/>
          </a:xfrm>
        </p:grpSpPr>
        <p:sp>
          <p:nvSpPr>
            <p:cNvPr id="248"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9"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4" name="Picture 3">
            <a:extLst>
              <a:ext uri="{FF2B5EF4-FFF2-40B4-BE49-F238E27FC236}">
                <a16:creationId xmlns:a16="http://schemas.microsoft.com/office/drawing/2014/main" id="{0D374286-D3F3-45AA-BDBF-2714AB9558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1470" y="3047627"/>
            <a:ext cx="1454504" cy="579108"/>
          </a:xfrm>
          <a:prstGeom prst="rect">
            <a:avLst/>
          </a:prstGeom>
        </p:spPr>
      </p:pic>
      <p:pic>
        <p:nvPicPr>
          <p:cNvPr id="6" name="Picture 5">
            <a:extLst>
              <a:ext uri="{FF2B5EF4-FFF2-40B4-BE49-F238E27FC236}">
                <a16:creationId xmlns:a16="http://schemas.microsoft.com/office/drawing/2014/main" id="{6B74983A-6A21-4CDC-A5E1-F6134FE5A1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941" y="1995403"/>
            <a:ext cx="4213829" cy="77761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714240" y="447840"/>
            <a:ext cx="4390560" cy="12949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2. How does revenue trend on a month-by-month basis?</a:t>
            </a:r>
            <a:endParaRPr lang="fr-FR" sz="3000" b="0" u="none" strike="noStrike" dirty="0">
              <a:solidFill>
                <a:schemeClr val="dk1"/>
              </a:solidFill>
              <a:effectLst/>
              <a:uFillTx/>
              <a:latin typeface="Arial"/>
            </a:endParaRPr>
          </a:p>
        </p:txBody>
      </p:sp>
      <p:grpSp>
        <p:nvGrpSpPr>
          <p:cNvPr id="289" name="Google Shape;341;p33"/>
          <p:cNvGrpSpPr/>
          <p:nvPr/>
        </p:nvGrpSpPr>
        <p:grpSpPr>
          <a:xfrm>
            <a:off x="6808320" y="770337"/>
            <a:ext cx="862560" cy="862560"/>
            <a:chOff x="7566840" y="3676680"/>
            <a:chExt cx="862560" cy="862560"/>
          </a:xfrm>
        </p:grpSpPr>
        <p:sp>
          <p:nvSpPr>
            <p:cNvPr id="290" name="Google Shape;342;p33"/>
            <p:cNvSpPr/>
            <p:nvPr/>
          </p:nvSpPr>
          <p:spPr>
            <a:xfrm>
              <a:off x="7566840" y="3676680"/>
              <a:ext cx="862560" cy="862560"/>
            </a:xfrm>
            <a:prstGeom prst="ellipse">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dirty="0">
                <a:solidFill>
                  <a:srgbClr val="FFFFFF"/>
                </a:solidFill>
                <a:effectLst/>
                <a:uFillTx/>
                <a:latin typeface="OpenSymbol"/>
              </a:endParaRPr>
            </a:p>
          </p:txBody>
        </p:sp>
        <p:sp>
          <p:nvSpPr>
            <p:cNvPr id="291" name="Google Shape;343;p33"/>
            <p:cNvSpPr/>
            <p:nvPr/>
          </p:nvSpPr>
          <p:spPr>
            <a:xfrm>
              <a:off x="7664760" y="3774960"/>
              <a:ext cx="666720" cy="666720"/>
            </a:xfrm>
            <a:prstGeom prst="star8">
              <a:avLst>
                <a:gd name="adj" fmla="val 12130"/>
              </a:avLst>
            </a:prstGeom>
            <a:solidFill>
              <a:schemeClr val="accent2"/>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92" name="Google Shape;344;p33"/>
          <p:cNvGrpSpPr/>
          <p:nvPr/>
        </p:nvGrpSpPr>
        <p:grpSpPr>
          <a:xfrm>
            <a:off x="6303960" y="347760"/>
            <a:ext cx="978120" cy="979560"/>
            <a:chOff x="6303960" y="347760"/>
            <a:chExt cx="978120" cy="979560"/>
          </a:xfrm>
        </p:grpSpPr>
        <p:sp>
          <p:nvSpPr>
            <p:cNvPr id="293" name="Google Shape;345;p33"/>
            <p:cNvSpPr/>
            <p:nvPr/>
          </p:nvSpPr>
          <p:spPr>
            <a:xfrm>
              <a:off x="6303960" y="34776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4" name="Google Shape;346;p33"/>
            <p:cNvSpPr/>
            <p:nvPr/>
          </p:nvSpPr>
          <p:spPr>
            <a:xfrm>
              <a:off x="6466320" y="5108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5" name="Google Shape;347;p33"/>
          <p:cNvGrpSpPr/>
          <p:nvPr/>
        </p:nvGrpSpPr>
        <p:grpSpPr>
          <a:xfrm>
            <a:off x="5664240" y="784440"/>
            <a:ext cx="1136160" cy="1019160"/>
            <a:chOff x="5664240" y="784440"/>
            <a:chExt cx="1136160" cy="1019160"/>
          </a:xfrm>
        </p:grpSpPr>
        <p:grpSp>
          <p:nvGrpSpPr>
            <p:cNvPr id="296" name="Google Shape;348;p33"/>
            <p:cNvGrpSpPr/>
            <p:nvPr/>
          </p:nvGrpSpPr>
          <p:grpSpPr>
            <a:xfrm>
              <a:off x="5664240" y="784440"/>
              <a:ext cx="1136160" cy="1019160"/>
              <a:chOff x="5664240" y="784440"/>
              <a:chExt cx="1136160" cy="1019160"/>
            </a:xfrm>
          </p:grpSpPr>
          <p:sp>
            <p:nvSpPr>
              <p:cNvPr id="297" name="Google Shape;349;p33"/>
              <p:cNvSpPr/>
              <p:nvPr/>
            </p:nvSpPr>
            <p:spPr>
              <a:xfrm>
                <a:off x="5664240" y="784440"/>
                <a:ext cx="1136160" cy="1019160"/>
              </a:xfrm>
              <a:prstGeom prst="roundRect">
                <a:avLst>
                  <a:gd name="adj" fmla="val 16667"/>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8" name="Google Shape;350;p33"/>
              <p:cNvSpPr/>
              <p:nvPr/>
            </p:nvSpPr>
            <p:spPr>
              <a:xfrm>
                <a:off x="5880960" y="942480"/>
                <a:ext cx="703080" cy="703080"/>
              </a:xfrm>
              <a:prstGeom prst="blockArc">
                <a:avLst>
                  <a:gd name="adj1" fmla="val 10800000"/>
                  <a:gd name="adj2" fmla="val 0"/>
                  <a:gd name="adj3" fmla="val 25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99" name="Google Shape;351;p33"/>
            <p:cNvSpPr/>
            <p:nvPr/>
          </p:nvSpPr>
          <p:spPr>
            <a:xfrm>
              <a:off x="5818680" y="880560"/>
              <a:ext cx="827280" cy="827280"/>
            </a:xfrm>
            <a:prstGeom prst="ellipse">
              <a:avLst/>
            </a:prstGeom>
            <a:noFill/>
            <a:ln w="9525">
              <a:solidFill>
                <a:srgbClr val="FD875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pic>
        <p:nvPicPr>
          <p:cNvPr id="5" name="Picture 4">
            <a:extLst>
              <a:ext uri="{FF2B5EF4-FFF2-40B4-BE49-F238E27FC236}">
                <a16:creationId xmlns:a16="http://schemas.microsoft.com/office/drawing/2014/main" id="{B8A624B3-3D4D-401F-B782-0DCAAC4B70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309" y="1885854"/>
            <a:ext cx="3328848" cy="1160663"/>
          </a:xfrm>
          <a:prstGeom prst="rect">
            <a:avLst/>
          </a:prstGeom>
        </p:spPr>
      </p:pic>
      <p:pic>
        <p:nvPicPr>
          <p:cNvPr id="7" name="Picture 6">
            <a:extLst>
              <a:ext uri="{FF2B5EF4-FFF2-40B4-BE49-F238E27FC236}">
                <a16:creationId xmlns:a16="http://schemas.microsoft.com/office/drawing/2014/main" id="{4B4982A1-AA3F-47D7-8A92-5AC6D08AA4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3422" y="2771997"/>
            <a:ext cx="2198233" cy="10624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2"/>
          <p:cNvSpPr>
            <a:spLocks noGrp="1"/>
          </p:cNvSpPr>
          <p:nvPr>
            <p:ph type="title"/>
          </p:nvPr>
        </p:nvSpPr>
        <p:spPr>
          <a:xfrm>
            <a:off x="714240" y="542880"/>
            <a:ext cx="4686120" cy="135216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3. What is the month-over-month revenue growth rate?</a:t>
            </a:r>
          </a:p>
        </p:txBody>
      </p:sp>
      <p:grpSp>
        <p:nvGrpSpPr>
          <p:cNvPr id="308" name="Google Shape;364;p34"/>
          <p:cNvGrpSpPr/>
          <p:nvPr/>
        </p:nvGrpSpPr>
        <p:grpSpPr>
          <a:xfrm>
            <a:off x="6648869" y="1061100"/>
            <a:ext cx="978120" cy="979560"/>
            <a:chOff x="5004720" y="543600"/>
            <a:chExt cx="978120" cy="979560"/>
          </a:xfrm>
        </p:grpSpPr>
        <p:sp>
          <p:nvSpPr>
            <p:cNvPr id="309" name="Google Shape;365;p34"/>
            <p:cNvSpPr/>
            <p:nvPr/>
          </p:nvSpPr>
          <p:spPr>
            <a:xfrm>
              <a:off x="5004720" y="5436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366;p34"/>
            <p:cNvSpPr/>
            <p:nvPr/>
          </p:nvSpPr>
          <p:spPr>
            <a:xfrm>
              <a:off x="5167080" y="7070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1" name="Google Shape;367;p34"/>
          <p:cNvGrpSpPr/>
          <p:nvPr/>
        </p:nvGrpSpPr>
        <p:grpSpPr>
          <a:xfrm>
            <a:off x="7326360" y="1061280"/>
            <a:ext cx="1142640" cy="1309680"/>
            <a:chOff x="7326360" y="1061280"/>
            <a:chExt cx="1142640" cy="1309680"/>
          </a:xfrm>
        </p:grpSpPr>
        <p:grpSp>
          <p:nvGrpSpPr>
            <p:cNvPr id="312" name="Google Shape;368;p34"/>
            <p:cNvGrpSpPr/>
            <p:nvPr/>
          </p:nvGrpSpPr>
          <p:grpSpPr>
            <a:xfrm>
              <a:off x="7326360" y="1061280"/>
              <a:ext cx="1142640" cy="1309680"/>
              <a:chOff x="7326360" y="1061280"/>
              <a:chExt cx="1142640" cy="1309680"/>
            </a:xfrm>
          </p:grpSpPr>
          <p:sp>
            <p:nvSpPr>
              <p:cNvPr id="313"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16"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7" name="Google Shape;373;p34"/>
          <p:cNvGrpSpPr/>
          <p:nvPr/>
        </p:nvGrpSpPr>
        <p:grpSpPr>
          <a:xfrm>
            <a:off x="6934320" y="347760"/>
            <a:ext cx="966240" cy="1371240"/>
            <a:chOff x="6934320" y="347760"/>
            <a:chExt cx="966240" cy="1371240"/>
          </a:xfrm>
        </p:grpSpPr>
        <p:sp>
          <p:nvSpPr>
            <p:cNvPr id="318"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5" name="Picture 4">
            <a:extLst>
              <a:ext uri="{FF2B5EF4-FFF2-40B4-BE49-F238E27FC236}">
                <a16:creationId xmlns:a16="http://schemas.microsoft.com/office/drawing/2014/main" id="{AC203505-8D06-4D56-8503-D93C2AB7FE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4258" y="1868657"/>
            <a:ext cx="2876911" cy="2529458"/>
          </a:xfrm>
          <a:prstGeom prst="rect">
            <a:avLst/>
          </a:prstGeom>
        </p:spPr>
      </p:pic>
      <p:pic>
        <p:nvPicPr>
          <p:cNvPr id="7" name="Picture 6">
            <a:extLst>
              <a:ext uri="{FF2B5EF4-FFF2-40B4-BE49-F238E27FC236}">
                <a16:creationId xmlns:a16="http://schemas.microsoft.com/office/drawing/2014/main" id="{AA91AF84-6D09-4F05-9560-572ED8A55F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2685" y="3084269"/>
            <a:ext cx="3277057" cy="8573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2"/>
          <p:cNvSpPr>
            <a:spLocks noGrp="1"/>
          </p:cNvSpPr>
          <p:nvPr>
            <p:ph type="title"/>
          </p:nvPr>
        </p:nvSpPr>
        <p:spPr>
          <a:xfrm>
            <a:off x="714240" y="542880"/>
            <a:ext cx="5585760" cy="135216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4. How many customers are repeat customers compared to total customers?</a:t>
            </a:r>
          </a:p>
        </p:txBody>
      </p:sp>
      <p:grpSp>
        <p:nvGrpSpPr>
          <p:cNvPr id="308" name="Google Shape;364;p34"/>
          <p:cNvGrpSpPr/>
          <p:nvPr/>
        </p:nvGrpSpPr>
        <p:grpSpPr>
          <a:xfrm>
            <a:off x="6648869" y="1061100"/>
            <a:ext cx="978120" cy="979560"/>
            <a:chOff x="5004720" y="543600"/>
            <a:chExt cx="978120" cy="979560"/>
          </a:xfrm>
        </p:grpSpPr>
        <p:sp>
          <p:nvSpPr>
            <p:cNvPr id="309" name="Google Shape;365;p34"/>
            <p:cNvSpPr/>
            <p:nvPr/>
          </p:nvSpPr>
          <p:spPr>
            <a:xfrm>
              <a:off x="5004720" y="5436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366;p34"/>
            <p:cNvSpPr/>
            <p:nvPr/>
          </p:nvSpPr>
          <p:spPr>
            <a:xfrm>
              <a:off x="5167080" y="7070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1" name="Google Shape;367;p34"/>
          <p:cNvGrpSpPr/>
          <p:nvPr/>
        </p:nvGrpSpPr>
        <p:grpSpPr>
          <a:xfrm>
            <a:off x="7326360" y="1061280"/>
            <a:ext cx="1142640" cy="1309680"/>
            <a:chOff x="7326360" y="1061280"/>
            <a:chExt cx="1142640" cy="1309680"/>
          </a:xfrm>
        </p:grpSpPr>
        <p:grpSp>
          <p:nvGrpSpPr>
            <p:cNvPr id="312" name="Google Shape;368;p34"/>
            <p:cNvGrpSpPr/>
            <p:nvPr/>
          </p:nvGrpSpPr>
          <p:grpSpPr>
            <a:xfrm>
              <a:off x="7326360" y="1061280"/>
              <a:ext cx="1142640" cy="1309680"/>
              <a:chOff x="7326360" y="1061280"/>
              <a:chExt cx="1142640" cy="1309680"/>
            </a:xfrm>
          </p:grpSpPr>
          <p:sp>
            <p:nvSpPr>
              <p:cNvPr id="313"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16"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7" name="Google Shape;373;p34"/>
          <p:cNvGrpSpPr/>
          <p:nvPr/>
        </p:nvGrpSpPr>
        <p:grpSpPr>
          <a:xfrm>
            <a:off x="6934320" y="347760"/>
            <a:ext cx="966240" cy="1371240"/>
            <a:chOff x="6934320" y="347760"/>
            <a:chExt cx="966240" cy="1371240"/>
          </a:xfrm>
        </p:grpSpPr>
        <p:sp>
          <p:nvSpPr>
            <p:cNvPr id="318"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3" name="Picture 2">
            <a:extLst>
              <a:ext uri="{FF2B5EF4-FFF2-40B4-BE49-F238E27FC236}">
                <a16:creationId xmlns:a16="http://schemas.microsoft.com/office/drawing/2014/main" id="{8268782E-92FD-48EC-B9D8-0DAAA13931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4258" y="1834414"/>
            <a:ext cx="4740858" cy="1310481"/>
          </a:xfrm>
          <a:prstGeom prst="rect">
            <a:avLst/>
          </a:prstGeom>
        </p:spPr>
      </p:pic>
      <p:pic>
        <p:nvPicPr>
          <p:cNvPr id="6" name="Picture 5">
            <a:extLst>
              <a:ext uri="{FF2B5EF4-FFF2-40B4-BE49-F238E27FC236}">
                <a16:creationId xmlns:a16="http://schemas.microsoft.com/office/drawing/2014/main" id="{D2BDBA98-A42E-4793-B105-78BD2B59A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3372" y="3423558"/>
            <a:ext cx="2945872" cy="455271"/>
          </a:xfrm>
          <a:prstGeom prst="rect">
            <a:avLst/>
          </a:prstGeom>
        </p:spPr>
      </p:pic>
    </p:spTree>
    <p:extLst>
      <p:ext uri="{BB962C8B-B14F-4D97-AF65-F5344CB8AC3E}">
        <p14:creationId xmlns:p14="http://schemas.microsoft.com/office/powerpoint/2010/main" val="3668003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2"/>
          <p:cNvSpPr>
            <a:spLocks noGrp="1"/>
          </p:cNvSpPr>
          <p:nvPr>
            <p:ph type="title"/>
          </p:nvPr>
        </p:nvSpPr>
        <p:spPr>
          <a:xfrm>
            <a:off x="724390" y="347610"/>
            <a:ext cx="5585760" cy="1203269"/>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5. What is the repeat purchase rate of customers?</a:t>
            </a:r>
          </a:p>
        </p:txBody>
      </p:sp>
      <p:grpSp>
        <p:nvGrpSpPr>
          <p:cNvPr id="308" name="Google Shape;364;p34"/>
          <p:cNvGrpSpPr/>
          <p:nvPr/>
        </p:nvGrpSpPr>
        <p:grpSpPr>
          <a:xfrm>
            <a:off x="6648869" y="1061100"/>
            <a:ext cx="978120" cy="979560"/>
            <a:chOff x="5004720" y="543600"/>
            <a:chExt cx="978120" cy="979560"/>
          </a:xfrm>
        </p:grpSpPr>
        <p:sp>
          <p:nvSpPr>
            <p:cNvPr id="309" name="Google Shape;365;p34"/>
            <p:cNvSpPr/>
            <p:nvPr/>
          </p:nvSpPr>
          <p:spPr>
            <a:xfrm>
              <a:off x="5004720" y="5436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366;p34"/>
            <p:cNvSpPr/>
            <p:nvPr/>
          </p:nvSpPr>
          <p:spPr>
            <a:xfrm>
              <a:off x="5167080" y="7070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1" name="Google Shape;367;p34"/>
          <p:cNvGrpSpPr/>
          <p:nvPr/>
        </p:nvGrpSpPr>
        <p:grpSpPr>
          <a:xfrm>
            <a:off x="7326360" y="1061280"/>
            <a:ext cx="1142640" cy="1309680"/>
            <a:chOff x="7326360" y="1061280"/>
            <a:chExt cx="1142640" cy="1309680"/>
          </a:xfrm>
        </p:grpSpPr>
        <p:grpSp>
          <p:nvGrpSpPr>
            <p:cNvPr id="312" name="Google Shape;368;p34"/>
            <p:cNvGrpSpPr/>
            <p:nvPr/>
          </p:nvGrpSpPr>
          <p:grpSpPr>
            <a:xfrm>
              <a:off x="7326360" y="1061280"/>
              <a:ext cx="1142640" cy="1309680"/>
              <a:chOff x="7326360" y="1061280"/>
              <a:chExt cx="1142640" cy="1309680"/>
            </a:xfrm>
          </p:grpSpPr>
          <p:sp>
            <p:nvSpPr>
              <p:cNvPr id="313"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16"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7" name="Google Shape;373;p34"/>
          <p:cNvGrpSpPr/>
          <p:nvPr/>
        </p:nvGrpSpPr>
        <p:grpSpPr>
          <a:xfrm>
            <a:off x="6934320" y="347760"/>
            <a:ext cx="966240" cy="1371240"/>
            <a:chOff x="6934320" y="347760"/>
            <a:chExt cx="966240" cy="1371240"/>
          </a:xfrm>
        </p:grpSpPr>
        <p:sp>
          <p:nvSpPr>
            <p:cNvPr id="318"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4" name="Picture 3">
            <a:extLst>
              <a:ext uri="{FF2B5EF4-FFF2-40B4-BE49-F238E27FC236}">
                <a16:creationId xmlns:a16="http://schemas.microsoft.com/office/drawing/2014/main" id="{6EBCC41E-0747-4F9B-8C0C-B27BC6EB5E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515" y="1710900"/>
            <a:ext cx="4982270" cy="2019582"/>
          </a:xfrm>
          <a:prstGeom prst="rect">
            <a:avLst/>
          </a:prstGeom>
        </p:spPr>
      </p:pic>
      <p:pic>
        <p:nvPicPr>
          <p:cNvPr id="7" name="Picture 6">
            <a:extLst>
              <a:ext uri="{FF2B5EF4-FFF2-40B4-BE49-F238E27FC236}">
                <a16:creationId xmlns:a16="http://schemas.microsoft.com/office/drawing/2014/main" id="{75E71456-7BD1-412E-B6C9-CC9F722F9C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3254" y="3717995"/>
            <a:ext cx="1486107" cy="342948"/>
          </a:xfrm>
          <a:prstGeom prst="rect">
            <a:avLst/>
          </a:prstGeom>
        </p:spPr>
      </p:pic>
    </p:spTree>
    <p:extLst>
      <p:ext uri="{BB962C8B-B14F-4D97-AF65-F5344CB8AC3E}">
        <p14:creationId xmlns:p14="http://schemas.microsoft.com/office/powerpoint/2010/main" val="454258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2"/>
          <p:cNvSpPr>
            <a:spLocks noGrp="1"/>
          </p:cNvSpPr>
          <p:nvPr>
            <p:ph type="title"/>
          </p:nvPr>
        </p:nvSpPr>
        <p:spPr>
          <a:xfrm>
            <a:off x="724389" y="347610"/>
            <a:ext cx="6231045" cy="1203269"/>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6. In which month did each customer place their first order?</a:t>
            </a:r>
          </a:p>
        </p:txBody>
      </p:sp>
      <p:grpSp>
        <p:nvGrpSpPr>
          <p:cNvPr id="308" name="Google Shape;364;p34"/>
          <p:cNvGrpSpPr/>
          <p:nvPr/>
        </p:nvGrpSpPr>
        <p:grpSpPr>
          <a:xfrm>
            <a:off x="6648869" y="1061100"/>
            <a:ext cx="978120" cy="979560"/>
            <a:chOff x="5004720" y="543600"/>
            <a:chExt cx="978120" cy="979560"/>
          </a:xfrm>
        </p:grpSpPr>
        <p:sp>
          <p:nvSpPr>
            <p:cNvPr id="309" name="Google Shape;365;p34"/>
            <p:cNvSpPr/>
            <p:nvPr/>
          </p:nvSpPr>
          <p:spPr>
            <a:xfrm>
              <a:off x="5004720" y="5436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366;p34"/>
            <p:cNvSpPr/>
            <p:nvPr/>
          </p:nvSpPr>
          <p:spPr>
            <a:xfrm>
              <a:off x="5167080" y="7070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1" name="Google Shape;367;p34"/>
          <p:cNvGrpSpPr/>
          <p:nvPr/>
        </p:nvGrpSpPr>
        <p:grpSpPr>
          <a:xfrm>
            <a:off x="7326360" y="1061280"/>
            <a:ext cx="1142640" cy="1309680"/>
            <a:chOff x="7326360" y="1061280"/>
            <a:chExt cx="1142640" cy="1309680"/>
          </a:xfrm>
        </p:grpSpPr>
        <p:grpSp>
          <p:nvGrpSpPr>
            <p:cNvPr id="312" name="Google Shape;368;p34"/>
            <p:cNvGrpSpPr/>
            <p:nvPr/>
          </p:nvGrpSpPr>
          <p:grpSpPr>
            <a:xfrm>
              <a:off x="7326360" y="1061280"/>
              <a:ext cx="1142640" cy="1309680"/>
              <a:chOff x="7326360" y="1061280"/>
              <a:chExt cx="1142640" cy="1309680"/>
            </a:xfrm>
          </p:grpSpPr>
          <p:sp>
            <p:nvSpPr>
              <p:cNvPr id="313"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16"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7" name="Google Shape;373;p34"/>
          <p:cNvGrpSpPr/>
          <p:nvPr/>
        </p:nvGrpSpPr>
        <p:grpSpPr>
          <a:xfrm>
            <a:off x="6934320" y="347760"/>
            <a:ext cx="966240" cy="1371240"/>
            <a:chOff x="6934320" y="347760"/>
            <a:chExt cx="966240" cy="1371240"/>
          </a:xfrm>
        </p:grpSpPr>
        <p:sp>
          <p:nvSpPr>
            <p:cNvPr id="318"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3" name="Picture 2">
            <a:extLst>
              <a:ext uri="{FF2B5EF4-FFF2-40B4-BE49-F238E27FC236}">
                <a16:creationId xmlns:a16="http://schemas.microsoft.com/office/drawing/2014/main" id="{C05D293F-A343-4731-BFCD-F2704B04FD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3547" y="1671993"/>
            <a:ext cx="4058216" cy="2343477"/>
          </a:xfrm>
          <a:prstGeom prst="rect">
            <a:avLst/>
          </a:prstGeom>
        </p:spPr>
      </p:pic>
      <p:pic>
        <p:nvPicPr>
          <p:cNvPr id="6" name="Picture 5">
            <a:extLst>
              <a:ext uri="{FF2B5EF4-FFF2-40B4-BE49-F238E27FC236}">
                <a16:creationId xmlns:a16="http://schemas.microsoft.com/office/drawing/2014/main" id="{22940847-841A-49FD-B2F6-845EEAD491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5647" y="2469551"/>
            <a:ext cx="1705213" cy="1790950"/>
          </a:xfrm>
          <a:prstGeom prst="rect">
            <a:avLst/>
          </a:prstGeom>
        </p:spPr>
      </p:pic>
    </p:spTree>
    <p:extLst>
      <p:ext uri="{BB962C8B-B14F-4D97-AF65-F5344CB8AC3E}">
        <p14:creationId xmlns:p14="http://schemas.microsoft.com/office/powerpoint/2010/main" val="3542569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2"/>
          <p:cNvSpPr>
            <a:spLocks noGrp="1"/>
          </p:cNvSpPr>
          <p:nvPr>
            <p:ph type="title"/>
          </p:nvPr>
        </p:nvSpPr>
        <p:spPr>
          <a:xfrm>
            <a:off x="420999" y="408460"/>
            <a:ext cx="6775635" cy="1203269"/>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7. How does customer retention change over time for each cohort?</a:t>
            </a:r>
          </a:p>
        </p:txBody>
      </p:sp>
      <p:grpSp>
        <p:nvGrpSpPr>
          <p:cNvPr id="308" name="Google Shape;364;p34"/>
          <p:cNvGrpSpPr/>
          <p:nvPr/>
        </p:nvGrpSpPr>
        <p:grpSpPr>
          <a:xfrm>
            <a:off x="6648869" y="1061100"/>
            <a:ext cx="978120" cy="979560"/>
            <a:chOff x="5004720" y="543600"/>
            <a:chExt cx="978120" cy="979560"/>
          </a:xfrm>
        </p:grpSpPr>
        <p:sp>
          <p:nvSpPr>
            <p:cNvPr id="309" name="Google Shape;365;p34"/>
            <p:cNvSpPr/>
            <p:nvPr/>
          </p:nvSpPr>
          <p:spPr>
            <a:xfrm>
              <a:off x="5004720" y="5436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366;p34"/>
            <p:cNvSpPr/>
            <p:nvPr/>
          </p:nvSpPr>
          <p:spPr>
            <a:xfrm>
              <a:off x="5167080" y="7070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1" name="Google Shape;367;p34"/>
          <p:cNvGrpSpPr/>
          <p:nvPr/>
        </p:nvGrpSpPr>
        <p:grpSpPr>
          <a:xfrm>
            <a:off x="7326360" y="1061280"/>
            <a:ext cx="1142640" cy="1309680"/>
            <a:chOff x="7326360" y="1061280"/>
            <a:chExt cx="1142640" cy="1309680"/>
          </a:xfrm>
        </p:grpSpPr>
        <p:grpSp>
          <p:nvGrpSpPr>
            <p:cNvPr id="312" name="Google Shape;368;p34"/>
            <p:cNvGrpSpPr/>
            <p:nvPr/>
          </p:nvGrpSpPr>
          <p:grpSpPr>
            <a:xfrm>
              <a:off x="7326360" y="1061280"/>
              <a:ext cx="1142640" cy="1309680"/>
              <a:chOff x="7326360" y="1061280"/>
              <a:chExt cx="1142640" cy="1309680"/>
            </a:xfrm>
          </p:grpSpPr>
          <p:sp>
            <p:nvSpPr>
              <p:cNvPr id="313"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16"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7" name="Google Shape;373;p34"/>
          <p:cNvGrpSpPr/>
          <p:nvPr/>
        </p:nvGrpSpPr>
        <p:grpSpPr>
          <a:xfrm>
            <a:off x="6934320" y="347760"/>
            <a:ext cx="966240" cy="1371240"/>
            <a:chOff x="6934320" y="347760"/>
            <a:chExt cx="966240" cy="1371240"/>
          </a:xfrm>
        </p:grpSpPr>
        <p:sp>
          <p:nvSpPr>
            <p:cNvPr id="318"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4" name="Picture 3">
            <a:extLst>
              <a:ext uri="{FF2B5EF4-FFF2-40B4-BE49-F238E27FC236}">
                <a16:creationId xmlns:a16="http://schemas.microsoft.com/office/drawing/2014/main" id="{BD67EA8A-E631-4693-A1CD-573534A155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577" y="1529450"/>
            <a:ext cx="2974005" cy="3180186"/>
          </a:xfrm>
          <a:prstGeom prst="rect">
            <a:avLst/>
          </a:prstGeom>
        </p:spPr>
      </p:pic>
      <p:pic>
        <p:nvPicPr>
          <p:cNvPr id="7" name="Picture 6">
            <a:extLst>
              <a:ext uri="{FF2B5EF4-FFF2-40B4-BE49-F238E27FC236}">
                <a16:creationId xmlns:a16="http://schemas.microsoft.com/office/drawing/2014/main" id="{5631C7D3-521C-491E-80F3-C1A5DA0B56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4260" y="2874455"/>
            <a:ext cx="3315163" cy="1314633"/>
          </a:xfrm>
          <a:prstGeom prst="rect">
            <a:avLst/>
          </a:prstGeom>
        </p:spPr>
      </p:pic>
    </p:spTree>
    <p:extLst>
      <p:ext uri="{BB962C8B-B14F-4D97-AF65-F5344CB8AC3E}">
        <p14:creationId xmlns:p14="http://schemas.microsoft.com/office/powerpoint/2010/main" val="115373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2"/>
          <p:cNvSpPr>
            <a:spLocks noGrp="1"/>
          </p:cNvSpPr>
          <p:nvPr>
            <p:ph type="title"/>
          </p:nvPr>
        </p:nvSpPr>
        <p:spPr>
          <a:xfrm>
            <a:off x="420999" y="408460"/>
            <a:ext cx="6775635" cy="1203269"/>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8. What is the lifetime value of each customer?</a:t>
            </a:r>
          </a:p>
        </p:txBody>
      </p:sp>
      <p:grpSp>
        <p:nvGrpSpPr>
          <p:cNvPr id="308" name="Google Shape;364;p34"/>
          <p:cNvGrpSpPr/>
          <p:nvPr/>
        </p:nvGrpSpPr>
        <p:grpSpPr>
          <a:xfrm>
            <a:off x="6648869" y="1061100"/>
            <a:ext cx="978120" cy="979560"/>
            <a:chOff x="5004720" y="543600"/>
            <a:chExt cx="978120" cy="979560"/>
          </a:xfrm>
        </p:grpSpPr>
        <p:sp>
          <p:nvSpPr>
            <p:cNvPr id="309" name="Google Shape;365;p34"/>
            <p:cNvSpPr/>
            <p:nvPr/>
          </p:nvSpPr>
          <p:spPr>
            <a:xfrm>
              <a:off x="5004720" y="5436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366;p34"/>
            <p:cNvSpPr/>
            <p:nvPr/>
          </p:nvSpPr>
          <p:spPr>
            <a:xfrm>
              <a:off x="5167080" y="7070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1" name="Google Shape;367;p34"/>
          <p:cNvGrpSpPr/>
          <p:nvPr/>
        </p:nvGrpSpPr>
        <p:grpSpPr>
          <a:xfrm>
            <a:off x="7326360" y="1061280"/>
            <a:ext cx="1142640" cy="1309680"/>
            <a:chOff x="7326360" y="1061280"/>
            <a:chExt cx="1142640" cy="1309680"/>
          </a:xfrm>
        </p:grpSpPr>
        <p:grpSp>
          <p:nvGrpSpPr>
            <p:cNvPr id="312" name="Google Shape;368;p34"/>
            <p:cNvGrpSpPr/>
            <p:nvPr/>
          </p:nvGrpSpPr>
          <p:grpSpPr>
            <a:xfrm>
              <a:off x="7326360" y="1061280"/>
              <a:ext cx="1142640" cy="1309680"/>
              <a:chOff x="7326360" y="1061280"/>
              <a:chExt cx="1142640" cy="1309680"/>
            </a:xfrm>
          </p:grpSpPr>
          <p:sp>
            <p:nvSpPr>
              <p:cNvPr id="313"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16"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7" name="Google Shape;373;p34"/>
          <p:cNvGrpSpPr/>
          <p:nvPr/>
        </p:nvGrpSpPr>
        <p:grpSpPr>
          <a:xfrm>
            <a:off x="6934320" y="347760"/>
            <a:ext cx="966240" cy="1371240"/>
            <a:chOff x="6934320" y="347760"/>
            <a:chExt cx="966240" cy="1371240"/>
          </a:xfrm>
        </p:grpSpPr>
        <p:sp>
          <p:nvSpPr>
            <p:cNvPr id="318"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3" name="Picture 2">
            <a:extLst>
              <a:ext uri="{FF2B5EF4-FFF2-40B4-BE49-F238E27FC236}">
                <a16:creationId xmlns:a16="http://schemas.microsoft.com/office/drawing/2014/main" id="{C44EB111-5437-4E86-928E-99160374A6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133" y="1672578"/>
            <a:ext cx="4172532" cy="2172003"/>
          </a:xfrm>
          <a:prstGeom prst="rect">
            <a:avLst/>
          </a:prstGeom>
        </p:spPr>
      </p:pic>
      <p:pic>
        <p:nvPicPr>
          <p:cNvPr id="6" name="Picture 5">
            <a:extLst>
              <a:ext uri="{FF2B5EF4-FFF2-40B4-BE49-F238E27FC236}">
                <a16:creationId xmlns:a16="http://schemas.microsoft.com/office/drawing/2014/main" id="{256415BD-AE7A-4724-ADFE-B3D263AD44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0821" y="2772721"/>
            <a:ext cx="3334215" cy="1781424"/>
          </a:xfrm>
          <a:prstGeom prst="rect">
            <a:avLst/>
          </a:prstGeom>
        </p:spPr>
      </p:pic>
    </p:spTree>
    <p:extLst>
      <p:ext uri="{BB962C8B-B14F-4D97-AF65-F5344CB8AC3E}">
        <p14:creationId xmlns:p14="http://schemas.microsoft.com/office/powerpoint/2010/main" val="3794894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2"/>
          <p:cNvSpPr>
            <a:spLocks noGrp="1"/>
          </p:cNvSpPr>
          <p:nvPr>
            <p:ph type="title"/>
          </p:nvPr>
        </p:nvSpPr>
        <p:spPr>
          <a:xfrm>
            <a:off x="420999" y="408460"/>
            <a:ext cx="6775635" cy="1203269"/>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9. What is the average customer lifetime value?</a:t>
            </a:r>
          </a:p>
        </p:txBody>
      </p:sp>
      <p:grpSp>
        <p:nvGrpSpPr>
          <p:cNvPr id="308" name="Google Shape;364;p34"/>
          <p:cNvGrpSpPr/>
          <p:nvPr/>
        </p:nvGrpSpPr>
        <p:grpSpPr>
          <a:xfrm>
            <a:off x="6648869" y="1061100"/>
            <a:ext cx="978120" cy="979560"/>
            <a:chOff x="5004720" y="543600"/>
            <a:chExt cx="978120" cy="979560"/>
          </a:xfrm>
        </p:grpSpPr>
        <p:sp>
          <p:nvSpPr>
            <p:cNvPr id="309" name="Google Shape;365;p34"/>
            <p:cNvSpPr/>
            <p:nvPr/>
          </p:nvSpPr>
          <p:spPr>
            <a:xfrm>
              <a:off x="5004720" y="5436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366;p34"/>
            <p:cNvSpPr/>
            <p:nvPr/>
          </p:nvSpPr>
          <p:spPr>
            <a:xfrm>
              <a:off x="5167080" y="7070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1" name="Google Shape;367;p34"/>
          <p:cNvGrpSpPr/>
          <p:nvPr/>
        </p:nvGrpSpPr>
        <p:grpSpPr>
          <a:xfrm>
            <a:off x="7326360" y="1061280"/>
            <a:ext cx="1142640" cy="1309680"/>
            <a:chOff x="7326360" y="1061280"/>
            <a:chExt cx="1142640" cy="1309680"/>
          </a:xfrm>
        </p:grpSpPr>
        <p:grpSp>
          <p:nvGrpSpPr>
            <p:cNvPr id="312" name="Google Shape;368;p34"/>
            <p:cNvGrpSpPr/>
            <p:nvPr/>
          </p:nvGrpSpPr>
          <p:grpSpPr>
            <a:xfrm>
              <a:off x="7326360" y="1061280"/>
              <a:ext cx="1142640" cy="1309680"/>
              <a:chOff x="7326360" y="1061280"/>
              <a:chExt cx="1142640" cy="1309680"/>
            </a:xfrm>
          </p:grpSpPr>
          <p:sp>
            <p:nvSpPr>
              <p:cNvPr id="313"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16"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7" name="Google Shape;373;p34"/>
          <p:cNvGrpSpPr/>
          <p:nvPr/>
        </p:nvGrpSpPr>
        <p:grpSpPr>
          <a:xfrm>
            <a:off x="6934320" y="347760"/>
            <a:ext cx="966240" cy="1371240"/>
            <a:chOff x="6934320" y="347760"/>
            <a:chExt cx="966240" cy="1371240"/>
          </a:xfrm>
        </p:grpSpPr>
        <p:sp>
          <p:nvSpPr>
            <p:cNvPr id="318"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4" name="Picture 3">
            <a:extLst>
              <a:ext uri="{FF2B5EF4-FFF2-40B4-BE49-F238E27FC236}">
                <a16:creationId xmlns:a16="http://schemas.microsoft.com/office/drawing/2014/main" id="{14AB412C-2AB1-4286-A1D2-3839868825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369" y="1718789"/>
            <a:ext cx="4153480" cy="2286319"/>
          </a:xfrm>
          <a:prstGeom prst="rect">
            <a:avLst/>
          </a:prstGeom>
        </p:spPr>
      </p:pic>
      <p:pic>
        <p:nvPicPr>
          <p:cNvPr id="7" name="Picture 6">
            <a:extLst>
              <a:ext uri="{FF2B5EF4-FFF2-40B4-BE49-F238E27FC236}">
                <a16:creationId xmlns:a16="http://schemas.microsoft.com/office/drawing/2014/main" id="{4C63E476-3391-422D-AD0F-BBBF0FA03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4219" y="2984823"/>
            <a:ext cx="1044177" cy="546949"/>
          </a:xfrm>
          <a:prstGeom prst="rect">
            <a:avLst/>
          </a:prstGeom>
        </p:spPr>
      </p:pic>
    </p:spTree>
    <p:extLst>
      <p:ext uri="{BB962C8B-B14F-4D97-AF65-F5344CB8AC3E}">
        <p14:creationId xmlns:p14="http://schemas.microsoft.com/office/powerpoint/2010/main" val="1134655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2"/>
          <p:cNvSpPr>
            <a:spLocks noGrp="1"/>
          </p:cNvSpPr>
          <p:nvPr>
            <p:ph type="title"/>
          </p:nvPr>
        </p:nvSpPr>
        <p:spPr>
          <a:xfrm>
            <a:off x="420999" y="408460"/>
            <a:ext cx="6775635" cy="1203269"/>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10. Which products generate the highest revenue?</a:t>
            </a:r>
          </a:p>
        </p:txBody>
      </p:sp>
      <p:grpSp>
        <p:nvGrpSpPr>
          <p:cNvPr id="308" name="Google Shape;364;p34"/>
          <p:cNvGrpSpPr/>
          <p:nvPr/>
        </p:nvGrpSpPr>
        <p:grpSpPr>
          <a:xfrm>
            <a:off x="6648869" y="1061100"/>
            <a:ext cx="978120" cy="979560"/>
            <a:chOff x="5004720" y="543600"/>
            <a:chExt cx="978120" cy="979560"/>
          </a:xfrm>
        </p:grpSpPr>
        <p:sp>
          <p:nvSpPr>
            <p:cNvPr id="309" name="Google Shape;365;p34"/>
            <p:cNvSpPr/>
            <p:nvPr/>
          </p:nvSpPr>
          <p:spPr>
            <a:xfrm>
              <a:off x="5004720" y="5436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366;p34"/>
            <p:cNvSpPr/>
            <p:nvPr/>
          </p:nvSpPr>
          <p:spPr>
            <a:xfrm>
              <a:off x="5167080" y="7070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1" name="Google Shape;367;p34"/>
          <p:cNvGrpSpPr/>
          <p:nvPr/>
        </p:nvGrpSpPr>
        <p:grpSpPr>
          <a:xfrm>
            <a:off x="7326360" y="1061280"/>
            <a:ext cx="1142640" cy="1309680"/>
            <a:chOff x="7326360" y="1061280"/>
            <a:chExt cx="1142640" cy="1309680"/>
          </a:xfrm>
        </p:grpSpPr>
        <p:grpSp>
          <p:nvGrpSpPr>
            <p:cNvPr id="312" name="Google Shape;368;p34"/>
            <p:cNvGrpSpPr/>
            <p:nvPr/>
          </p:nvGrpSpPr>
          <p:grpSpPr>
            <a:xfrm>
              <a:off x="7326360" y="1061280"/>
              <a:ext cx="1142640" cy="1309680"/>
              <a:chOff x="7326360" y="1061280"/>
              <a:chExt cx="1142640" cy="1309680"/>
            </a:xfrm>
          </p:grpSpPr>
          <p:sp>
            <p:nvSpPr>
              <p:cNvPr id="313"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16"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7" name="Google Shape;373;p34"/>
          <p:cNvGrpSpPr/>
          <p:nvPr/>
        </p:nvGrpSpPr>
        <p:grpSpPr>
          <a:xfrm>
            <a:off x="6934320" y="347760"/>
            <a:ext cx="966240" cy="1371240"/>
            <a:chOff x="6934320" y="347760"/>
            <a:chExt cx="966240" cy="1371240"/>
          </a:xfrm>
        </p:grpSpPr>
        <p:sp>
          <p:nvSpPr>
            <p:cNvPr id="318"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3" name="Picture 2">
            <a:extLst>
              <a:ext uri="{FF2B5EF4-FFF2-40B4-BE49-F238E27FC236}">
                <a16:creationId xmlns:a16="http://schemas.microsoft.com/office/drawing/2014/main" id="{D39A118B-131E-404D-A660-8E18C3BE45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754" y="1877940"/>
            <a:ext cx="3781953" cy="1705213"/>
          </a:xfrm>
          <a:prstGeom prst="rect">
            <a:avLst/>
          </a:prstGeom>
        </p:spPr>
      </p:pic>
      <p:pic>
        <p:nvPicPr>
          <p:cNvPr id="6" name="Picture 5">
            <a:extLst>
              <a:ext uri="{FF2B5EF4-FFF2-40B4-BE49-F238E27FC236}">
                <a16:creationId xmlns:a16="http://schemas.microsoft.com/office/drawing/2014/main" id="{F2884F37-93CC-4A5A-815B-284C3D8D9A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1322" y="2981518"/>
            <a:ext cx="2282838" cy="1203269"/>
          </a:xfrm>
          <a:prstGeom prst="rect">
            <a:avLst/>
          </a:prstGeom>
        </p:spPr>
      </p:pic>
    </p:spTree>
    <p:extLst>
      <p:ext uri="{BB962C8B-B14F-4D97-AF65-F5344CB8AC3E}">
        <p14:creationId xmlns:p14="http://schemas.microsoft.com/office/powerpoint/2010/main" val="158513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2"/>
          <p:cNvSpPr>
            <a:spLocks noGrp="1"/>
          </p:cNvSpPr>
          <p:nvPr>
            <p:ph type="title"/>
          </p:nvPr>
        </p:nvSpPr>
        <p:spPr>
          <a:xfrm>
            <a:off x="420999" y="408460"/>
            <a:ext cx="6775635" cy="1203269"/>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11. How much revenue does each product category contribute?</a:t>
            </a:r>
          </a:p>
        </p:txBody>
      </p:sp>
      <p:grpSp>
        <p:nvGrpSpPr>
          <p:cNvPr id="308" name="Google Shape;364;p34"/>
          <p:cNvGrpSpPr/>
          <p:nvPr/>
        </p:nvGrpSpPr>
        <p:grpSpPr>
          <a:xfrm>
            <a:off x="6648869" y="1061100"/>
            <a:ext cx="978120" cy="979560"/>
            <a:chOff x="5004720" y="543600"/>
            <a:chExt cx="978120" cy="979560"/>
          </a:xfrm>
        </p:grpSpPr>
        <p:sp>
          <p:nvSpPr>
            <p:cNvPr id="309" name="Google Shape;365;p34"/>
            <p:cNvSpPr/>
            <p:nvPr/>
          </p:nvSpPr>
          <p:spPr>
            <a:xfrm>
              <a:off x="5004720" y="5436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366;p34"/>
            <p:cNvSpPr/>
            <p:nvPr/>
          </p:nvSpPr>
          <p:spPr>
            <a:xfrm>
              <a:off x="5167080" y="7070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1" name="Google Shape;367;p34"/>
          <p:cNvGrpSpPr/>
          <p:nvPr/>
        </p:nvGrpSpPr>
        <p:grpSpPr>
          <a:xfrm>
            <a:off x="7326360" y="1061280"/>
            <a:ext cx="1142640" cy="1309680"/>
            <a:chOff x="7326360" y="1061280"/>
            <a:chExt cx="1142640" cy="1309680"/>
          </a:xfrm>
        </p:grpSpPr>
        <p:grpSp>
          <p:nvGrpSpPr>
            <p:cNvPr id="312" name="Google Shape;368;p34"/>
            <p:cNvGrpSpPr/>
            <p:nvPr/>
          </p:nvGrpSpPr>
          <p:grpSpPr>
            <a:xfrm>
              <a:off x="7326360" y="1061280"/>
              <a:ext cx="1142640" cy="1309680"/>
              <a:chOff x="7326360" y="1061280"/>
              <a:chExt cx="1142640" cy="1309680"/>
            </a:xfrm>
          </p:grpSpPr>
          <p:sp>
            <p:nvSpPr>
              <p:cNvPr id="313"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16"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7" name="Google Shape;373;p34"/>
          <p:cNvGrpSpPr/>
          <p:nvPr/>
        </p:nvGrpSpPr>
        <p:grpSpPr>
          <a:xfrm>
            <a:off x="6934320" y="347760"/>
            <a:ext cx="966240" cy="1371240"/>
            <a:chOff x="6934320" y="347760"/>
            <a:chExt cx="966240" cy="1371240"/>
          </a:xfrm>
        </p:grpSpPr>
        <p:sp>
          <p:nvSpPr>
            <p:cNvPr id="318"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4" name="Picture 3">
            <a:extLst>
              <a:ext uri="{FF2B5EF4-FFF2-40B4-BE49-F238E27FC236}">
                <a16:creationId xmlns:a16="http://schemas.microsoft.com/office/drawing/2014/main" id="{B3BAC0A4-5298-46C9-806E-D124C76CEA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995" y="1757249"/>
            <a:ext cx="3801005" cy="1629002"/>
          </a:xfrm>
          <a:prstGeom prst="rect">
            <a:avLst/>
          </a:prstGeom>
        </p:spPr>
      </p:pic>
      <p:pic>
        <p:nvPicPr>
          <p:cNvPr id="7" name="Picture 6">
            <a:extLst>
              <a:ext uri="{FF2B5EF4-FFF2-40B4-BE49-F238E27FC236}">
                <a16:creationId xmlns:a16="http://schemas.microsoft.com/office/drawing/2014/main" id="{97EF2BF6-530A-4C53-88A1-9CD12221BC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9864" y="2881815"/>
            <a:ext cx="1956130" cy="1488359"/>
          </a:xfrm>
          <a:prstGeom prst="rect">
            <a:avLst/>
          </a:prstGeom>
        </p:spPr>
      </p:pic>
    </p:spTree>
    <p:extLst>
      <p:ext uri="{BB962C8B-B14F-4D97-AF65-F5344CB8AC3E}">
        <p14:creationId xmlns:p14="http://schemas.microsoft.com/office/powerpoint/2010/main" val="3702147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2"/>
          <p:cNvSpPr>
            <a:spLocks noGrp="1"/>
          </p:cNvSpPr>
          <p:nvPr>
            <p:ph type="title"/>
          </p:nvPr>
        </p:nvSpPr>
        <p:spPr>
          <a:xfrm>
            <a:off x="420999" y="408460"/>
            <a:ext cx="6775635" cy="1203269"/>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12. Which products are the most profitable?</a:t>
            </a:r>
          </a:p>
        </p:txBody>
      </p:sp>
      <p:pic>
        <p:nvPicPr>
          <p:cNvPr id="3" name="Picture 2">
            <a:extLst>
              <a:ext uri="{FF2B5EF4-FFF2-40B4-BE49-F238E27FC236}">
                <a16:creationId xmlns:a16="http://schemas.microsoft.com/office/drawing/2014/main" id="{F6682F6D-8A1E-4EAB-8BBB-BEADFFC19F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421" y="1877940"/>
            <a:ext cx="4439270" cy="1448002"/>
          </a:xfrm>
          <a:prstGeom prst="rect">
            <a:avLst/>
          </a:prstGeom>
        </p:spPr>
      </p:pic>
      <p:pic>
        <p:nvPicPr>
          <p:cNvPr id="9" name="Picture 8">
            <a:extLst>
              <a:ext uri="{FF2B5EF4-FFF2-40B4-BE49-F238E27FC236}">
                <a16:creationId xmlns:a16="http://schemas.microsoft.com/office/drawing/2014/main" id="{451630DD-6F84-413E-A391-7668966BE4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59214" y="1844989"/>
            <a:ext cx="1971950" cy="3105583"/>
          </a:xfrm>
          <a:prstGeom prst="rect">
            <a:avLst/>
          </a:prstGeom>
        </p:spPr>
      </p:pic>
      <p:grpSp>
        <p:nvGrpSpPr>
          <p:cNvPr id="308" name="Google Shape;364;p34"/>
          <p:cNvGrpSpPr/>
          <p:nvPr/>
        </p:nvGrpSpPr>
        <p:grpSpPr>
          <a:xfrm>
            <a:off x="6902870" y="865429"/>
            <a:ext cx="978120" cy="979560"/>
            <a:chOff x="5004720" y="543600"/>
            <a:chExt cx="978120" cy="979560"/>
          </a:xfrm>
        </p:grpSpPr>
        <p:sp>
          <p:nvSpPr>
            <p:cNvPr id="309" name="Google Shape;365;p34"/>
            <p:cNvSpPr/>
            <p:nvPr/>
          </p:nvSpPr>
          <p:spPr>
            <a:xfrm>
              <a:off x="5004720" y="5436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366;p34"/>
            <p:cNvSpPr/>
            <p:nvPr/>
          </p:nvSpPr>
          <p:spPr>
            <a:xfrm>
              <a:off x="5167080" y="7070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1" name="Google Shape;367;p34"/>
          <p:cNvGrpSpPr/>
          <p:nvPr/>
        </p:nvGrpSpPr>
        <p:grpSpPr>
          <a:xfrm>
            <a:off x="7580361" y="865609"/>
            <a:ext cx="1142640" cy="1309680"/>
            <a:chOff x="7326360" y="1061280"/>
            <a:chExt cx="1142640" cy="1309680"/>
          </a:xfrm>
        </p:grpSpPr>
        <p:grpSp>
          <p:nvGrpSpPr>
            <p:cNvPr id="312" name="Google Shape;368;p34"/>
            <p:cNvGrpSpPr/>
            <p:nvPr/>
          </p:nvGrpSpPr>
          <p:grpSpPr>
            <a:xfrm>
              <a:off x="7326360" y="1061280"/>
              <a:ext cx="1142640" cy="1309680"/>
              <a:chOff x="7326360" y="1061280"/>
              <a:chExt cx="1142640" cy="1309680"/>
            </a:xfrm>
          </p:grpSpPr>
          <p:sp>
            <p:nvSpPr>
              <p:cNvPr id="313"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16"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7" name="Google Shape;373;p34"/>
          <p:cNvGrpSpPr/>
          <p:nvPr/>
        </p:nvGrpSpPr>
        <p:grpSpPr>
          <a:xfrm>
            <a:off x="7188321" y="152089"/>
            <a:ext cx="966240" cy="1371240"/>
            <a:chOff x="6934320" y="347760"/>
            <a:chExt cx="966240" cy="1371240"/>
          </a:xfrm>
        </p:grpSpPr>
        <p:sp>
          <p:nvSpPr>
            <p:cNvPr id="318"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extLst>
      <p:ext uri="{BB962C8B-B14F-4D97-AF65-F5344CB8AC3E}">
        <p14:creationId xmlns:p14="http://schemas.microsoft.com/office/powerpoint/2010/main" val="2046975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2"/>
          <p:cNvSpPr>
            <a:spLocks noGrp="1"/>
          </p:cNvSpPr>
          <p:nvPr>
            <p:ph type="title"/>
          </p:nvPr>
        </p:nvSpPr>
        <p:spPr>
          <a:xfrm>
            <a:off x="420999" y="408460"/>
            <a:ext cx="6775635" cy="1203269"/>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13. What is the profit margin for each product category?</a:t>
            </a:r>
          </a:p>
        </p:txBody>
      </p:sp>
      <p:grpSp>
        <p:nvGrpSpPr>
          <p:cNvPr id="308" name="Google Shape;364;p34"/>
          <p:cNvGrpSpPr/>
          <p:nvPr/>
        </p:nvGrpSpPr>
        <p:grpSpPr>
          <a:xfrm>
            <a:off x="6648869" y="1061100"/>
            <a:ext cx="978120" cy="979560"/>
            <a:chOff x="5004720" y="543600"/>
            <a:chExt cx="978120" cy="979560"/>
          </a:xfrm>
        </p:grpSpPr>
        <p:sp>
          <p:nvSpPr>
            <p:cNvPr id="309" name="Google Shape;365;p34"/>
            <p:cNvSpPr/>
            <p:nvPr/>
          </p:nvSpPr>
          <p:spPr>
            <a:xfrm>
              <a:off x="5004720" y="5436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366;p34"/>
            <p:cNvSpPr/>
            <p:nvPr/>
          </p:nvSpPr>
          <p:spPr>
            <a:xfrm>
              <a:off x="5167080" y="7070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1" name="Google Shape;367;p34"/>
          <p:cNvGrpSpPr/>
          <p:nvPr/>
        </p:nvGrpSpPr>
        <p:grpSpPr>
          <a:xfrm>
            <a:off x="7326360" y="1061280"/>
            <a:ext cx="1142640" cy="1309680"/>
            <a:chOff x="7326360" y="1061280"/>
            <a:chExt cx="1142640" cy="1309680"/>
          </a:xfrm>
        </p:grpSpPr>
        <p:grpSp>
          <p:nvGrpSpPr>
            <p:cNvPr id="312" name="Google Shape;368;p34"/>
            <p:cNvGrpSpPr/>
            <p:nvPr/>
          </p:nvGrpSpPr>
          <p:grpSpPr>
            <a:xfrm>
              <a:off x="7326360" y="1061280"/>
              <a:ext cx="1142640" cy="1309680"/>
              <a:chOff x="7326360" y="1061280"/>
              <a:chExt cx="1142640" cy="1309680"/>
            </a:xfrm>
          </p:grpSpPr>
          <p:sp>
            <p:nvSpPr>
              <p:cNvPr id="313"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16"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7" name="Google Shape;373;p34"/>
          <p:cNvGrpSpPr/>
          <p:nvPr/>
        </p:nvGrpSpPr>
        <p:grpSpPr>
          <a:xfrm>
            <a:off x="6934320" y="347760"/>
            <a:ext cx="966240" cy="1371240"/>
            <a:chOff x="6934320" y="347760"/>
            <a:chExt cx="966240" cy="1371240"/>
          </a:xfrm>
        </p:grpSpPr>
        <p:sp>
          <p:nvSpPr>
            <p:cNvPr id="318"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4" name="Picture 3">
            <a:extLst>
              <a:ext uri="{FF2B5EF4-FFF2-40B4-BE49-F238E27FC236}">
                <a16:creationId xmlns:a16="http://schemas.microsoft.com/office/drawing/2014/main" id="{2B0C3FCF-A5B1-4938-9608-25B579948A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583" y="1718789"/>
            <a:ext cx="4382112" cy="2067213"/>
          </a:xfrm>
          <a:prstGeom prst="rect">
            <a:avLst/>
          </a:prstGeom>
        </p:spPr>
      </p:pic>
      <p:pic>
        <p:nvPicPr>
          <p:cNvPr id="7" name="Picture 6">
            <a:extLst>
              <a:ext uri="{FF2B5EF4-FFF2-40B4-BE49-F238E27FC236}">
                <a16:creationId xmlns:a16="http://schemas.microsoft.com/office/drawing/2014/main" id="{A0D18F7C-B705-4F23-B155-630B0C75A8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2029" y="2752395"/>
            <a:ext cx="2476846" cy="1324160"/>
          </a:xfrm>
          <a:prstGeom prst="rect">
            <a:avLst/>
          </a:prstGeom>
        </p:spPr>
      </p:pic>
    </p:spTree>
    <p:extLst>
      <p:ext uri="{BB962C8B-B14F-4D97-AF65-F5344CB8AC3E}">
        <p14:creationId xmlns:p14="http://schemas.microsoft.com/office/powerpoint/2010/main" val="1766334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2"/>
          <p:cNvSpPr>
            <a:spLocks noGrp="1"/>
          </p:cNvSpPr>
          <p:nvPr>
            <p:ph type="title"/>
          </p:nvPr>
        </p:nvSpPr>
        <p:spPr>
          <a:xfrm>
            <a:off x="420999" y="408460"/>
            <a:ext cx="6901349" cy="1203269"/>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000" b="1" u="none" strike="noStrike" dirty="0">
                <a:solidFill>
                  <a:schemeClr val="accent2"/>
                </a:solidFill>
                <a:effectLst/>
                <a:uFillTx/>
                <a:latin typeface="Poppins"/>
                <a:ea typeface="Poppins"/>
              </a:rPr>
              <a:t>14. Which payment methods are most frequently used by customers?</a:t>
            </a:r>
          </a:p>
        </p:txBody>
      </p:sp>
      <p:grpSp>
        <p:nvGrpSpPr>
          <p:cNvPr id="308" name="Google Shape;364;p34"/>
          <p:cNvGrpSpPr/>
          <p:nvPr/>
        </p:nvGrpSpPr>
        <p:grpSpPr>
          <a:xfrm>
            <a:off x="7106069" y="964918"/>
            <a:ext cx="978120" cy="979560"/>
            <a:chOff x="5004720" y="543600"/>
            <a:chExt cx="978120" cy="979560"/>
          </a:xfrm>
        </p:grpSpPr>
        <p:sp>
          <p:nvSpPr>
            <p:cNvPr id="309" name="Google Shape;365;p34"/>
            <p:cNvSpPr/>
            <p:nvPr/>
          </p:nvSpPr>
          <p:spPr>
            <a:xfrm>
              <a:off x="5004720" y="5436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366;p34"/>
            <p:cNvSpPr/>
            <p:nvPr/>
          </p:nvSpPr>
          <p:spPr>
            <a:xfrm>
              <a:off x="5167080" y="7070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1" name="Google Shape;367;p34"/>
          <p:cNvGrpSpPr/>
          <p:nvPr/>
        </p:nvGrpSpPr>
        <p:grpSpPr>
          <a:xfrm>
            <a:off x="7783560" y="965098"/>
            <a:ext cx="1142640" cy="1309680"/>
            <a:chOff x="7326360" y="1061280"/>
            <a:chExt cx="1142640" cy="1309680"/>
          </a:xfrm>
        </p:grpSpPr>
        <p:grpSp>
          <p:nvGrpSpPr>
            <p:cNvPr id="312" name="Google Shape;368;p34"/>
            <p:cNvGrpSpPr/>
            <p:nvPr/>
          </p:nvGrpSpPr>
          <p:grpSpPr>
            <a:xfrm>
              <a:off x="7326360" y="1061280"/>
              <a:ext cx="1142640" cy="1309680"/>
              <a:chOff x="7326360" y="1061280"/>
              <a:chExt cx="1142640" cy="1309680"/>
            </a:xfrm>
          </p:grpSpPr>
          <p:sp>
            <p:nvSpPr>
              <p:cNvPr id="313"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16"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7" name="Google Shape;373;p34"/>
          <p:cNvGrpSpPr/>
          <p:nvPr/>
        </p:nvGrpSpPr>
        <p:grpSpPr>
          <a:xfrm>
            <a:off x="7432406" y="184834"/>
            <a:ext cx="966240" cy="1371240"/>
            <a:chOff x="6934320" y="347760"/>
            <a:chExt cx="966240" cy="1371240"/>
          </a:xfrm>
        </p:grpSpPr>
        <p:sp>
          <p:nvSpPr>
            <p:cNvPr id="318"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3" name="Picture 2">
            <a:extLst>
              <a:ext uri="{FF2B5EF4-FFF2-40B4-BE49-F238E27FC236}">
                <a16:creationId xmlns:a16="http://schemas.microsoft.com/office/drawing/2014/main" id="{4A1D3DDF-1EB0-4152-84B2-5E2D45FE6E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877" y="1781758"/>
            <a:ext cx="3147914" cy="1480762"/>
          </a:xfrm>
          <a:prstGeom prst="rect">
            <a:avLst/>
          </a:prstGeom>
        </p:spPr>
      </p:pic>
      <p:pic>
        <p:nvPicPr>
          <p:cNvPr id="6" name="Picture 5">
            <a:extLst>
              <a:ext uri="{FF2B5EF4-FFF2-40B4-BE49-F238E27FC236}">
                <a16:creationId xmlns:a16="http://schemas.microsoft.com/office/drawing/2014/main" id="{22B91D94-6E97-48C7-AA51-02914CA687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1015" y="3054831"/>
            <a:ext cx="2210108" cy="695422"/>
          </a:xfrm>
          <a:prstGeom prst="rect">
            <a:avLst/>
          </a:prstGeom>
        </p:spPr>
      </p:pic>
    </p:spTree>
    <p:extLst>
      <p:ext uri="{BB962C8B-B14F-4D97-AF65-F5344CB8AC3E}">
        <p14:creationId xmlns:p14="http://schemas.microsoft.com/office/powerpoint/2010/main" val="33364135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6" name="Google Shape;367;p34"/>
          <p:cNvGrpSpPr/>
          <p:nvPr/>
        </p:nvGrpSpPr>
        <p:grpSpPr>
          <a:xfrm>
            <a:off x="7326360" y="1061280"/>
            <a:ext cx="1142640" cy="1309680"/>
            <a:chOff x="7326360" y="1061280"/>
            <a:chExt cx="1142640" cy="1309680"/>
          </a:xfrm>
        </p:grpSpPr>
        <p:grpSp>
          <p:nvGrpSpPr>
            <p:cNvPr id="327" name="Google Shape;368;p34"/>
            <p:cNvGrpSpPr/>
            <p:nvPr/>
          </p:nvGrpSpPr>
          <p:grpSpPr>
            <a:xfrm>
              <a:off x="7326360" y="1061280"/>
              <a:ext cx="1142640" cy="1309680"/>
              <a:chOff x="7326360" y="1061280"/>
              <a:chExt cx="1142640" cy="1309680"/>
            </a:xfrm>
          </p:grpSpPr>
          <p:sp>
            <p:nvSpPr>
              <p:cNvPr id="328" name="Google Shape;369;p34"/>
              <p:cNvSpPr/>
              <p:nvPr/>
            </p:nvSpPr>
            <p:spPr>
              <a:xfrm rot="988200">
                <a:off x="7466040" y="1160640"/>
                <a:ext cx="862920" cy="1110600"/>
              </a:xfrm>
              <a:prstGeom prst="roundRect">
                <a:avLst>
                  <a:gd name="adj" fmla="val 50000"/>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9" name="Google Shape;370;p34"/>
              <p:cNvSpPr/>
              <p:nvPr/>
            </p:nvSpPr>
            <p:spPr>
              <a:xfrm rot="988200">
                <a:off x="7665840" y="12070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0" name="Google Shape;371;p34"/>
              <p:cNvSpPr/>
              <p:nvPr/>
            </p:nvSpPr>
            <p:spPr>
              <a:xfrm rot="988200">
                <a:off x="7604280" y="1415880"/>
                <a:ext cx="590040" cy="590040"/>
              </a:xfrm>
              <a:prstGeom prst="pie">
                <a:avLst>
                  <a:gd name="adj1" fmla="val 0"/>
                  <a:gd name="adj2" fmla="val 10764102"/>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31" name="Google Shape;372;p34"/>
            <p:cNvSpPr/>
            <p:nvPr/>
          </p:nvSpPr>
          <p:spPr>
            <a:xfrm rot="988200">
              <a:off x="7509600" y="1216440"/>
              <a:ext cx="776160" cy="999000"/>
            </a:xfrm>
            <a:prstGeom prst="roundRect">
              <a:avLst>
                <a:gd name="adj" fmla="val 50000"/>
              </a:avLst>
            </a:prstGeom>
            <a:noFill/>
            <a:ln w="9525">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21" name="PlaceHolder 1"/>
          <p:cNvSpPr>
            <a:spLocks noGrp="1"/>
          </p:cNvSpPr>
          <p:nvPr>
            <p:ph/>
          </p:nvPr>
        </p:nvSpPr>
        <p:spPr>
          <a:xfrm>
            <a:off x="675308" y="1653864"/>
            <a:ext cx="7048221" cy="2710049"/>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050" dirty="0">
                <a:solidFill>
                  <a:schemeClr val="accent2"/>
                </a:solidFill>
                <a:latin typeface="Poppins" panose="00000500000000000000" pitchFamily="2" charset="0"/>
                <a:cs typeface="Poppins" panose="00000500000000000000" pitchFamily="2" charset="0"/>
              </a:rPr>
              <a:t>I am </a:t>
            </a:r>
            <a:r>
              <a:rPr lang="en-US" sz="1050" b="1" dirty="0">
                <a:solidFill>
                  <a:schemeClr val="accent2"/>
                </a:solidFill>
                <a:latin typeface="Poppins" panose="00000500000000000000" pitchFamily="2" charset="0"/>
                <a:cs typeface="Poppins" panose="00000500000000000000" pitchFamily="2" charset="0"/>
              </a:rPr>
              <a:t>Chirag Bais</a:t>
            </a:r>
            <a:r>
              <a:rPr lang="en-US" sz="1050" dirty="0">
                <a:solidFill>
                  <a:schemeClr val="accent2"/>
                </a:solidFill>
                <a:latin typeface="Poppins" panose="00000500000000000000" pitchFamily="2" charset="0"/>
                <a:cs typeface="Poppins" panose="00000500000000000000" pitchFamily="2" charset="0"/>
              </a:rPr>
              <a:t>, a </a:t>
            </a:r>
            <a:r>
              <a:rPr lang="en-US" sz="1050" b="1" dirty="0">
                <a:solidFill>
                  <a:schemeClr val="accent2"/>
                </a:solidFill>
                <a:latin typeface="Poppins" panose="00000500000000000000" pitchFamily="2" charset="0"/>
                <a:cs typeface="Poppins" panose="00000500000000000000" pitchFamily="2" charset="0"/>
              </a:rPr>
              <a:t>Data Analyst</a:t>
            </a:r>
            <a:r>
              <a:rPr lang="en-US" sz="1050" dirty="0">
                <a:solidFill>
                  <a:schemeClr val="accent2"/>
                </a:solidFill>
                <a:latin typeface="Poppins" panose="00000500000000000000" pitchFamily="2" charset="0"/>
                <a:cs typeface="Poppins" panose="00000500000000000000" pitchFamily="2" charset="0"/>
              </a:rPr>
              <a:t>, and this project demonstrates how SQL can be used to analyze real-world e-commerce data to drive business decisions. Using core data analysis tools such as </a:t>
            </a:r>
            <a:r>
              <a:rPr lang="en-US" sz="1050" b="1" dirty="0">
                <a:solidFill>
                  <a:schemeClr val="accent2"/>
                </a:solidFill>
                <a:latin typeface="Poppins" panose="00000500000000000000" pitchFamily="2" charset="0"/>
                <a:cs typeface="Poppins" panose="00000500000000000000" pitchFamily="2" charset="0"/>
              </a:rPr>
              <a:t>MySQL</a:t>
            </a:r>
            <a:r>
              <a:rPr lang="en-US" sz="1050" dirty="0">
                <a:solidFill>
                  <a:schemeClr val="accent2"/>
                </a:solidFill>
                <a:latin typeface="Poppins" panose="00000500000000000000" pitchFamily="2" charset="0"/>
                <a:cs typeface="Poppins" panose="00000500000000000000" pitchFamily="2" charset="0"/>
              </a:rPr>
              <a:t>, I analyzed revenue trends, customer retention, cohort behavior, customer lifetime value (CLV), product profitability, and payment preferences. This analysis highlights how structured data querying can uncover actionable insights that help improve customer retention, optimize product strategy, and increase overall business performance. This project represents the most important takeaway of the presentation—</a:t>
            </a:r>
            <a:r>
              <a:rPr lang="en-US" sz="1050" b="1" dirty="0">
                <a:solidFill>
                  <a:schemeClr val="accent2"/>
                </a:solidFill>
                <a:latin typeface="Poppins" panose="00000500000000000000" pitchFamily="2" charset="0"/>
                <a:cs typeface="Poppins" panose="00000500000000000000" pitchFamily="2" charset="0"/>
              </a:rPr>
              <a:t>turning raw data into clear, business-ready insights using data analysis tools</a:t>
            </a:r>
            <a:endParaRPr lang="fr-FR" sz="1400" b="0" u="none" strike="noStrike" dirty="0">
              <a:solidFill>
                <a:schemeClr val="accent2"/>
              </a:solidFill>
              <a:effectLst/>
              <a:uFillTx/>
              <a:latin typeface="Poppins" panose="00000500000000000000" pitchFamily="2" charset="0"/>
              <a:cs typeface="Poppins" panose="00000500000000000000" pitchFamily="2" charset="0"/>
            </a:endParaRPr>
          </a:p>
        </p:txBody>
      </p:sp>
      <p:sp>
        <p:nvSpPr>
          <p:cNvPr id="322" name="PlaceHolder 2"/>
          <p:cNvSpPr>
            <a:spLocks noGrp="1"/>
          </p:cNvSpPr>
          <p:nvPr>
            <p:ph type="title"/>
          </p:nvPr>
        </p:nvSpPr>
        <p:spPr>
          <a:xfrm>
            <a:off x="2659363" y="870842"/>
            <a:ext cx="3028316" cy="512134"/>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US" sz="3000" b="1" u="none" strike="noStrike" dirty="0">
                <a:solidFill>
                  <a:schemeClr val="accent2"/>
                </a:solidFill>
                <a:effectLst/>
                <a:uFillTx/>
                <a:latin typeface="Poppins"/>
                <a:ea typeface="Poppins"/>
              </a:rPr>
              <a:t>CONCLUSION</a:t>
            </a:r>
            <a:endParaRPr lang="fr-FR" sz="3000" b="0" u="none" strike="noStrike" dirty="0">
              <a:solidFill>
                <a:schemeClr val="dk1"/>
              </a:solidFill>
              <a:effectLst/>
              <a:uFillTx/>
              <a:latin typeface="Arial"/>
            </a:endParaRPr>
          </a:p>
        </p:txBody>
      </p:sp>
      <p:grpSp>
        <p:nvGrpSpPr>
          <p:cNvPr id="323" name="Google Shape;364;p34"/>
          <p:cNvGrpSpPr/>
          <p:nvPr/>
        </p:nvGrpSpPr>
        <p:grpSpPr>
          <a:xfrm>
            <a:off x="7469736" y="433728"/>
            <a:ext cx="978120" cy="979560"/>
            <a:chOff x="5004720" y="543600"/>
            <a:chExt cx="978120" cy="979560"/>
          </a:xfrm>
        </p:grpSpPr>
        <p:sp>
          <p:nvSpPr>
            <p:cNvPr id="324" name="Google Shape;365;p34"/>
            <p:cNvSpPr/>
            <p:nvPr/>
          </p:nvSpPr>
          <p:spPr>
            <a:xfrm>
              <a:off x="5004720" y="543600"/>
              <a:ext cx="978120" cy="97956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5" name="Google Shape;366;p34"/>
            <p:cNvSpPr/>
            <p:nvPr/>
          </p:nvSpPr>
          <p:spPr>
            <a:xfrm>
              <a:off x="5167080" y="707040"/>
              <a:ext cx="653400" cy="653400"/>
            </a:xfrm>
            <a:prstGeom prst="lightningBol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32" name="Google Shape;373;p34"/>
          <p:cNvGrpSpPr/>
          <p:nvPr/>
        </p:nvGrpSpPr>
        <p:grpSpPr>
          <a:xfrm>
            <a:off x="6934320" y="347760"/>
            <a:ext cx="966240" cy="1371240"/>
            <a:chOff x="6934320" y="347760"/>
            <a:chExt cx="966240" cy="1371240"/>
          </a:xfrm>
        </p:grpSpPr>
        <p:sp>
          <p:nvSpPr>
            <p:cNvPr id="333" name="Google Shape;374;p34"/>
            <p:cNvSpPr/>
            <p:nvPr/>
          </p:nvSpPr>
          <p:spPr>
            <a:xfrm rot="4794000">
              <a:off x="6788160" y="654480"/>
              <a:ext cx="1257840" cy="757440"/>
            </a:xfrm>
            <a:prstGeom prst="flowChartDecision">
              <a:avLst/>
            </a:prstGeom>
            <a:solidFill>
              <a:schemeClr val="lt2"/>
            </a:solidFill>
            <a:ln w="76200">
              <a:solidFill>
                <a:srgbClr val="23B70B"/>
              </a:solidFill>
              <a:round/>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4" name="Google Shape;375;p34"/>
            <p:cNvSpPr/>
            <p:nvPr/>
          </p:nvSpPr>
          <p:spPr>
            <a:xfrm rot="4794000">
              <a:off x="7068960" y="824040"/>
              <a:ext cx="695520" cy="418680"/>
            </a:xfrm>
            <a:prstGeom prst="flowChartDecision">
              <a:avLst/>
            </a:prstGeom>
            <a:solidFill>
              <a:schemeClr val="lt1"/>
            </a:solidFill>
            <a:ln w="114300">
              <a:solidFill>
                <a:srgbClr val="2D2D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5" name="Google Shape;376;p34"/>
            <p:cNvSpPr/>
            <p:nvPr/>
          </p:nvSpPr>
          <p:spPr>
            <a:xfrm rot="4794000">
              <a:off x="7207560" y="823680"/>
              <a:ext cx="418680" cy="418680"/>
            </a:xfrm>
            <a:prstGeom prst="star4">
              <a:avLst>
                <a:gd name="adj" fmla="val 11996"/>
              </a:avLst>
            </a:prstGeom>
            <a:solidFill>
              <a:schemeClr val="accen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 name="TextBox 1">
            <a:extLst>
              <a:ext uri="{FF2B5EF4-FFF2-40B4-BE49-F238E27FC236}">
                <a16:creationId xmlns:a16="http://schemas.microsoft.com/office/drawing/2014/main" id="{977372C9-94AF-4869-9367-0DE3F94AD014}"/>
              </a:ext>
            </a:extLst>
          </p:cNvPr>
          <p:cNvSpPr txBox="1"/>
          <p:nvPr/>
        </p:nvSpPr>
        <p:spPr>
          <a:xfrm>
            <a:off x="1735305" y="4546332"/>
            <a:ext cx="5988224" cy="246221"/>
          </a:xfrm>
          <a:prstGeom prst="rect">
            <a:avLst/>
          </a:prstGeom>
          <a:noFill/>
        </p:spPr>
        <p:txBody>
          <a:bodyPr wrap="square" rtlCol="0">
            <a:spAutoFit/>
          </a:bodyPr>
          <a:lstStyle/>
          <a:p>
            <a:r>
              <a:rPr lang="en-US" sz="1000" dirty="0">
                <a:solidFill>
                  <a:schemeClr val="accent2"/>
                </a:solidFill>
                <a:latin typeface="Poppins" panose="00000500000000000000" pitchFamily="2" charset="0"/>
                <a:cs typeface="Poppins" panose="00000500000000000000" pitchFamily="2" charset="0"/>
              </a:rPr>
              <a:t>https://github.com/Chiragbais8482/E-Commerce-Performance-Retention-Analysis</a:t>
            </a:r>
          </a:p>
        </p:txBody>
      </p:sp>
    </p:spTree>
  </p:cSld>
  <p:clrMapOvr>
    <a:masterClrMapping/>
  </p:clrMapOvr>
</p:sld>
</file>

<file path=ppt/theme/theme1.xml><?xml version="1.0" encoding="utf-8"?>
<a:theme xmlns:a="http://schemas.openxmlformats.org/drawingml/2006/main" name="Social Media Trends by Slidesgo">
  <a:themeElements>
    <a:clrScheme name="Simple Light">
      <a:dk1>
        <a:srgbClr val="000000"/>
      </a:dk1>
      <a:lt1>
        <a:srgbClr val="2D2DFF"/>
      </a:lt1>
      <a:dk2>
        <a:srgbClr val="FD8757"/>
      </a:dk2>
      <a:lt2>
        <a:srgbClr val="23B70B"/>
      </a:lt2>
      <a:accent1>
        <a:srgbClr val="FD3AA9"/>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TotalTime>
  <Words>342</Words>
  <Application>Microsoft Office PowerPoint</Application>
  <PresentationFormat>On-screen Show (16:9)</PresentationFormat>
  <Paragraphs>26</Paragraphs>
  <Slides>21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OpenSymbol</vt:lpstr>
      <vt:lpstr>Poppins</vt:lpstr>
      <vt:lpstr>Symbol</vt:lpstr>
      <vt:lpstr>Wingdings</vt:lpstr>
      <vt:lpstr>Social Media Trends by Slidesgo</vt:lpstr>
      <vt:lpstr>Slidesgo Final Pages</vt:lpstr>
      <vt:lpstr>E-Commerce Analysis</vt:lpstr>
      <vt:lpstr>Introduction</vt:lpstr>
      <vt:lpstr>Data Model</vt:lpstr>
      <vt:lpstr>Table View</vt:lpstr>
      <vt:lpstr>Table View</vt:lpstr>
      <vt:lpstr>Table View</vt:lpstr>
      <vt:lpstr>1. What is the total revenue generated by the platform?</vt:lpstr>
      <vt:lpstr>2. How does revenue trend on a month-by-month basis?</vt:lpstr>
      <vt:lpstr>3. What is the month-over-month revenue growth rate?</vt:lpstr>
      <vt:lpstr>4. How many customers are repeat customers compared to total customers?</vt:lpstr>
      <vt:lpstr>5. What is the repeat purchase rate of customers?</vt:lpstr>
      <vt:lpstr>6. In which month did each customer place their first order?</vt:lpstr>
      <vt:lpstr>7. How does customer retention change over time for each cohort?</vt:lpstr>
      <vt:lpstr>8. What is the lifetime value of each customer?</vt:lpstr>
      <vt:lpstr>9. What is the average customer lifetime value?</vt:lpstr>
      <vt:lpstr>10. Which products generate the highest revenue?</vt:lpstr>
      <vt:lpstr>11. How much revenue does each product category contribute?</vt:lpstr>
      <vt:lpstr>12. Which products are the most profitable?</vt:lpstr>
      <vt:lpstr>13. What is the profit margin for each product category?</vt:lpstr>
      <vt:lpstr>14. Which payment methods are most frequently used by customers?</vt:lpstr>
      <vt:lpstr>CONCLUSION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Analysis</dc:title>
  <dc:creator>microchip</dc:creator>
  <cp:lastModifiedBy>chirag bais</cp:lastModifiedBy>
  <cp:revision>8</cp:revision>
  <dcterms:modified xsi:type="dcterms:W3CDTF">2026-01-22T10:35:28Z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2026-01-22T09:13:56Z</dcterms:created>
  <dc:creator>Unknown Creator</dc:creator>
  <dc:description/>
  <dc:language>en-US</dc:language>
  <cp:lastModifiedBy>Unknown Creator</cp:lastModifiedBy>
  <dcterms:modified xsi:type="dcterms:W3CDTF">2026-01-22T09:13:56Z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ies>
</file>